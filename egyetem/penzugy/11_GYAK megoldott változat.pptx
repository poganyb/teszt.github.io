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ppt/notesSlides/notesSlide9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49"/>
  </p:notesMasterIdLst>
  <p:sldIdLst>
    <p:sldId id="256" r:id="rId5"/>
    <p:sldId id="750" r:id="rId6"/>
    <p:sldId id="751" r:id="rId7"/>
    <p:sldId id="406" r:id="rId8"/>
    <p:sldId id="407" r:id="rId9"/>
    <p:sldId id="260" r:id="rId10"/>
    <p:sldId id="287" r:id="rId11"/>
    <p:sldId id="299" r:id="rId12"/>
    <p:sldId id="290" r:id="rId13"/>
    <p:sldId id="291" r:id="rId14"/>
    <p:sldId id="289" r:id="rId15"/>
    <p:sldId id="388" r:id="rId16"/>
    <p:sldId id="405" r:id="rId17"/>
    <p:sldId id="408" r:id="rId18"/>
    <p:sldId id="270" r:id="rId19"/>
    <p:sldId id="288" r:id="rId20"/>
    <p:sldId id="393" r:id="rId21"/>
    <p:sldId id="409" r:id="rId22"/>
    <p:sldId id="392" r:id="rId23"/>
    <p:sldId id="411" r:id="rId24"/>
    <p:sldId id="394" r:id="rId25"/>
    <p:sldId id="412" r:id="rId26"/>
    <p:sldId id="383" r:id="rId27"/>
    <p:sldId id="384" r:id="rId28"/>
    <p:sldId id="752" r:id="rId29"/>
    <p:sldId id="293" r:id="rId30"/>
    <p:sldId id="753" r:id="rId31"/>
    <p:sldId id="754" r:id="rId32"/>
    <p:sldId id="755" r:id="rId33"/>
    <p:sldId id="756" r:id="rId34"/>
    <p:sldId id="757" r:id="rId35"/>
    <p:sldId id="758" r:id="rId36"/>
    <p:sldId id="385" r:id="rId37"/>
    <p:sldId id="301" r:id="rId38"/>
    <p:sldId id="387" r:id="rId39"/>
    <p:sldId id="397" r:id="rId40"/>
    <p:sldId id="396" r:id="rId41"/>
    <p:sldId id="404" r:id="rId42"/>
    <p:sldId id="399" r:id="rId43"/>
    <p:sldId id="400" r:id="rId44"/>
    <p:sldId id="402" r:id="rId45"/>
    <p:sldId id="401" r:id="rId46"/>
    <p:sldId id="403" r:id="rId47"/>
    <p:sldId id="285" r:id="rId48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50"/>
      <p:bold r:id="rId51"/>
      <p:italic r:id="rId52"/>
      <p:boldItalic r:id="rId53"/>
    </p:embeddedFont>
    <p:embeddedFont>
      <p:font typeface="Cambria Math" panose="02040503050406030204" pitchFamily="18" charset="0"/>
      <p:regular r:id="rId54"/>
    </p:embeddedFont>
    <p:embeddedFont>
      <p:font typeface="Segoe UI Semibold" panose="020B0702040204020203" pitchFamily="34" charset="0"/>
      <p:regular r:id="rId55"/>
      <p:bold r:id="rId56"/>
      <p:italic r:id="rId57"/>
      <p:boldItalic r:id="rId58"/>
    </p:embeddedFont>
    <p:embeddedFont>
      <p:font typeface="Segoe UI Semilight" panose="020B0402040204020203" pitchFamily="34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EB"/>
    <a:srgbClr val="FFE1FF"/>
    <a:srgbClr val="C09F5A"/>
    <a:srgbClr val="FFCCFF"/>
    <a:srgbClr val="FFCCCC"/>
    <a:srgbClr val="FEED01"/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355CAB-466A-45CD-A5A2-AA7441447804}" v="267" dt="2026-04-17T13:46:09.651"/>
  </p1510:revLst>
</p1510:revInfo>
</file>

<file path=ppt/tableStyles.xml><?xml version="1.0" encoding="utf-8"?>
<a:tblStyleLst xmlns:a="http://schemas.openxmlformats.org/drawingml/2006/main" def="{FE464744-5EF8-4A23-BA49-EC68D10D153F}">
  <a:tblStyle styleId="{FE464744-5EF8-4A23-BA49-EC68D10D153F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94"/>
  </p:normalViewPr>
  <p:slideViewPr>
    <p:cSldViewPr snapToGrid="0">
      <p:cViewPr varScale="1">
        <p:scale>
          <a:sx n="93" d="100"/>
          <a:sy n="93" d="100"/>
        </p:scale>
        <p:origin x="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font" Target="fonts/font12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7.fntdata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0.fntdata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5-07T16:02:23.9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01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5-07T16:05:59.681"/>
    </inkml:context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10269 7531 1242 0,'0'0'373'15,"1"-3"-190"1,-1 3-10-16,0 0-11 16,0 0-31-16,0 0-11 15,0 0-12-15,0 0-24 0,0 0-8 16,0 1-17 0,0-1-9-16,5 25-8 0,-4-12-3 0,2 6-8 15,1 0-3 1,1 2-5-16,2 3-2 0,-1 1-5 15,1-1-2-15,-1-1-3 16,1 0-2 0,-1-3-2-16,-1-3-1 15,-2-2-8-15,1-2-7 16,-3-1-27-16,-1-3-23 16,1 0-60-16,-1-2-44 15,-1-1-152-15,0 0 240 0,1-2-47 16,0 0-38-1</inkml:trace>
  <inkml:trace contextRef="#ctx0" brushRef="#br0" timeOffset="466.62">10174 7633 1015 0,'-3'-12'185'0,"0"0"-48"0,2 1-38 15,-1-1 129-15,1 2-10 16,3 0-34-16,1-1-20 15,4 2-37-15,3-2-17 16,5 2-30-16,2-1-11 16,5 1-20-16,1 1-5 0,2 1-10 15,-1 3-8-15,-2 4-10 16,-2 2-3 0,-4 5-7-16,-3 1-4 0,-6 4-2 15,-4 1 0-15,-1 2-3 16,-3 0 0-16,-3-2-2 15,-2 0-2-15,0-1 1 16,-1-2 0-16,1 0-2 16,0-2-1-16,-1-2-9 15,2 0-6-15,1-1-29 16,1-3-28-16,3-2-112 16,0 0-107-16,0 0 231 0,0 0-50 15,11-12-26 1</inkml:trace>
  <inkml:trace contextRef="#ctx0" brushRef="#br0" timeOffset="766.96">10589 7749 1678 0,'0'0'250'0,"0"0"-114"0,-1 0-53 0,0 0 204 16,0 0-107-16,0 0-63 16,0 0-30-16,0 0-65 15,0 0-35-15,1 0-113 16,-1 0-110-16,1 0 192 15,4 3-35-15,5 0-27 16</inkml:trace>
  <inkml:trace contextRef="#ctx0" brushRef="#br0" timeOffset="1489.73">10850 7654 1154 0,'-1'-8'212'15,"1"2"-68"-15,-2 1-52 0,1 0 168 16,-1 0-49-16,2 5-59 0,0 0-33 16,-1 0-45-1,0 0-17-15,-20 13-27 16,15-1-6-16,0 3-9 16,1 3-1-16,1 3 5 15,2 1 1-15,2 0 4 16,2 1-2-16,4-3 2 15,2-1 1-15,3-6 0 0,5-1-1 16,3-5-3-16,4-2-5 16,3-5-5-16,3-3 1 15,3-4-3-15,-1-1-2 0,-1-4-3 16,-1-1 0 0,-3-1-3-16,-4-4 2 0,-5 0 0 15,-4-2-2-15,-6-1 2 16,-4-3 1-16,-6 1 0 15,-3 0-1-15,-7 2-1 16,-3 3 1-16,-7 3 2 16,-2 4 1-16,-5 7 0 15,-1 4 0-15,-1 7-1 16,0 5 1-16,3 3-5 16,3 1-12-16,7 1-51 15,2 0-41-15,9-2-171 16,4-1 230-16,8-2-40 15,2-3-31-15</inkml:trace>
  <inkml:trace contextRef="#ctx0" brushRef="#br0" timeOffset="1748.76">10907 7698 1317 0,'0'0'236'0,"0"0"-86"16,0 1-53-16,8 14 243 15,-1-4-138-15,5 3-63 16,3 1-27-16,5 2-40 16,2 0-18-16,6-2-35 15,2-1-23-15,1 0-118 16,0-1-133-16,-1-2 216 0,-2-2-35 15,-6 0-32 1</inkml:trace>
  <inkml:trace contextRef="#ctx0" brushRef="#br0" timeOffset="6475.98">16152 7567 808 0,'-1'-6'174'0,"0"0"-170"0,0 1 123 0,1 0 94 16,0 0-30-16,-9-13-51 0,6 13 7 0,1 2 11 15,0-1-37 1,0 2-34-16,-1 0 12 0,-2-4-23 15,2 3-18-15,-2 1 10 0,0 0-19 0,5 2-14 16,0 0 4-16,0 0-7 0,0 0-7 0,0 0 2 16,0 1-6-16,-6 14-2 0,9-8 1 0,-2 2-2 0,2 1-4 0,0 3 2 15,1 0-3 1,-1-1-2-16,2 2 1 0,-1-1-3 0,1 1-2 0,0 1 2 0,1-1-4 16,1 0 0-16,-3-1-1 15,4 0 0-15,-2-2 0 0,0 0 0 16,-1-1 0-16,1-1-1 0,0-1 0 0,-1-1 1 15,0-1-2-15,-1-1 1 0,0 0-3 16,-1 0-1-16,-1-1 0 0,-2 0 0 0,0-1-3 0,0 0-1 16,-2 1 2-16,-3-2 2 15,1 2-2-15,-1-1 3 0,-2 0 0 0,-2-1 0 0,0 1 0 16,-1-1 2-16,-1-1-1 0,1 0 1 16,0-1-1-16,0 0 0 0,0 0 0 15,-1-2 0-15,3 1 0 0,1-2-1 0,1 1-1 0,3-3 0 16,-1 0-2-16,1 0-2 0,3-1 1 0,0-1 0 15,2-1-1 1,1 0 1-16,1-1-1 0,1 0 1 0,1 2 0 0,2-2 1 0,-2 1 1 0,2 0 0 31,3 0-1-31,-1 1 1 0,1 1 0 0,-1-2 2 16,0-3-1-16,1 3 0 0,0-1 1 16,-2 0 0-16,1 1 0 0,-2-1 0 0,-1 0 0 15,0 1 1-15,-1 1 0 0,-1 0 1 0,-3 1 0 16,0-2 1-16,0 2 3 0,-2 1-2 15,-2 0 1-15,-1 0 0 0,-1 0 1 0,0 2-2 16,-1-1-2-16,-3 1 2 0,-1-1-2 16,1 3-1-16,-1-3 0 0,0 2-1 15,0-1 1-15,0 0 0 0,0-1-1 0,1 1-1 0,1 2 1 16,-2-2-2-16,3 2-2 0,1 1 1 16,0 0-18-16,0 2-28 0,0 1 20 0,3 0-70 15,-1 1-84-15,2 2 51 0,1 1-207 16,2 1 254-16,1-2-116 0,0 0-85 15</inkml:trace>
  <inkml:trace contextRef="#ctx0" brushRef="#br0" timeOffset="7194.82">16343 7570 518 0,'0'-2'104'0,"-1"-1"17"0,1 1 2 0,0 0-7 0,0-1-7 0,0 1 5 0,1 0 13 16,0 0-22-16,-1 2-22 0,0 0 11 16,0 0-23-16,0 0-12 0,0 0 9 0,0 0-9 15,0 0-8-15,0 0 0 0,0 1-5 16,1 14 4-16,-4-8 1 0,1 4 2 16,-1 1 1-16,0 0-3 0,1 1-2 0,-1-1 3 15,1 2 1-15,2 1-10 0,0 0-9 0,0-3 6 16,4 2-13-16,-2-1-10 0,3-2 5 0,1 1-7 15,0-3-4-15,1-3 2 0,3 1-3 16,1-3 1-16,2-1 0 0,2-3-2 16,0 0-1-16,1-3 1 0,1-1-4 0,0-2-3 0,-2-3 2 15,1 0-4-15,-1-1-4 16,-1 0 1-16,0-3 0 0,-2 2 0 0,-2-2-1 0,-2 0 3 16,-2 2 3-16,-2 0 0 15,-3 0 1-15,-2 2 3 0,-3 0-1 16,-2-1-1-16,0 1 1 0,-4 3-1 0,-2-1 0 15,-1 1-2-15,-1 2 0 0,-2-3 2 16,-2 4 3-16,0 0-2 0,-2 1 1 0,3 1 2 0,0 0 1 16,-1 1-3-16,3 0-4 0,3 3 3 15,0 1-12-15,3 0-26 0,3 1 16 0,2 0-79 16,1-1-94-16,3 1 63 0,3 4-237 16,2-2 271-16,2-1-121 0,0-1-105 15</inkml:trace>
  <inkml:trace contextRef="#ctx0" brushRef="#br0" timeOffset="7685.44">16675 7602 714 0,'0'0'246'0,"0"0"-84"0,0 0-94 0,0 0 174 16,0 0-116-16,0 0 25 0,-1 0-39 16,0 0-53-16,-11 10 16 0,9-4-30 0,0 1-17 15,1 2 7-15,0 0-10 0,1-1-8 0,0 4 2 0,1-1-2 16,0 0 0-16,1 1-1 0,1-1-1 15,0 0 0-15,2 0 1 0,1 0-3 16,-1-2-3-16,2 0 2 0,1-3 0 16,1 0 0-16,0-1-1 0,3-3 0 0,0 0 2 0,0-2-1 15,4-1 0-15,0-2-1 16,0-3 0-16,1 1 0 0,-2-5-1 0,0 2 0 0,0-4-1 0,0 0-1 0,-4 0 1 16,2-1 0-1,-5 1-1-15,-1 0 0 0,1-1 2 0,-5 1 4 0,0 0-3 0,-3 2 10 16,-2 1 8-16,-4-1-6 15,0 1 5-15,-2 1 5 0,-2 2 1 0,0 1-8 16,-5 1-8-16,1 1 6 0,0 2-8 0,-3 1-9 0,2 1 0 16,-1 3-1-16,2 0-2 0,0 1 1 15,4 2-5-15,-1-2-12 0,3 2 8 0,2 0-72 0,2-1-85 16,3 0 61-16,2 1-269 0,0 2 276 16,5 0-107-16,1-2-113 0</inkml:trace>
  <inkml:trace contextRef="#ctx0" brushRef="#br0" timeOffset="7943.14">17042 7656 1482 0,'0'0'225'0,"0"0"-30"0,0 0-39 0,0 0 30 15,0 0-72-15,0 0-61 0,0 0 35 16,0 0-67-16,0 0-84 0,0 0 37 0,0 0-305 16,0 0 256-16,0 1-55 0,1 0-83 15</inkml:trace>
  <inkml:trace contextRef="#ctx0" brushRef="#br0" timeOffset="9941.24">17437 7640 779 0,'1'-4'163'0,"1"-1"-159"16,-6-14 105-16,7 12 92 0,1 1-42 0,0-4-40 16,0 1 1-16,4 0 7 0,-1-1-36 15,1 2-26-15,2 0 10 0,0-1-16 16,3 2-14-16,-1-1 6 0,2 2-12 0,-2 0-8 16,0 0 5-16,0 1-10 0,-3 2-8 15,0 0 4-15,-3 1-7 0,1 2-5 0,-4 0 3 16,0 0-2-16,0 2 1 0,-3 2-2 15,0 2 1-15,-5-1 3 0,3 4-1 0,-5 2-2 16,3 1-3-16,-2 3 2 0,-2 1-3 0,-4 0-3 16,3 2 1-16,-1 2-2 0,-3-1 1 15,3-2-1-15,-5 2 0 0,2-2-2 0,1-1 1 0,2-1-2 16,-1-3-3-16,3-1 1 16,-1-2-2-16,1-2-3 0,2-2 1 0,-1-1-3 15,1-1-2-15,-1-2 2 0,1 1 0 16,0-1-2-16,-1-1-1 0,2-1 5 0,0 0 2 0,2-1-2 15,-2 2 4-15,3-2 3 0,-2 0-1 0,3 0 1 16,-1 1 2-16,0 0-1 0,0-1 2 16,1 0 1-16,1 1-1 0,0 1 2 15,0 0 3-15,0 0-2 0,0 0 2 0,0-1 2 0,0 0-2 0,0 0 3 16,0 0-1-16,0 0 1 0,0 1 1 16,1-1-1-16,0 1 1 0,16-8-1 0,-10 7-1 15,0 1 2-15,2 0-1 0,0 1-3 16,2-1 0-16,1 1 0 0,1-1-3 0,1 1 2 15,0-1-2-15,0 0-2 0,2 0 1 0,-1 0-2 16,0 0-1-16,0 0 1 0,0-1-2 0,-2 1-8 16,0 0 4-16,1 0-19 0,-2-1-22 0,-1-1 14 15,-2 1-42-15,1 0-45 0,-3 0 23 0,0-1-77 0,0-1-99 16,-1 1 53-16,0-1-48 0,1 2-62 0</inkml:trace>
  <inkml:trace contextRef="#ctx0" brushRef="#br0" timeOffset="10358.16">17759 7605 815 0,'0'0'186'0,"0"0"-11"0,0 0-21 16,0 0 15-16,0 0-45 15,0 0-36-15,0 0 25 0,0 0-38 0,0 0-33 0,-8 13 8 16,7-7-17-16,-1 1-9 0,0-1 3 0,0 3-6 0,2 1-6 0,0 2 2 16,0-3-5-16,1 2-2 0,2-1 1 15,0 0-2 1,2-2-3-16,0 1 1 0,2-3 0 16,0-3 3-16,1 1-3 0,3-4 2 0,-1 0 3 0,1-2-1 0,3-1-1 15,1-4-1-15,0 0 1 0,0-1-2 0,-1-1-2 0,-2 0 0 16,0-2 0-16,-1 1 0 15,0 0 0-15,-3-1 1 16,-2 1 4-16,-4 0-3 0,0 0 3 0,-1 1 3 0,-2 2-1 0,-4-2 5 0,-1 2 3 16,-3 1-2-16,-1 1 0 0,0 0 1 0,-1 1 1 15,-2 1-6 1,0 1-6-16,-1 1 4 0,0-1-5 16,0 1-5-16,1 1-1 0,0 0-2 0,2 2-8 0,3 0 4 0,1 1-60 0,2 0-68 0,2 0 50 15,1 1-228-15,2 0 232 0,1 0-87 0,2-4-99 16</inkml:trace>
  <inkml:trace contextRef="#ctx0" brushRef="#br0" timeOffset="11006.32">18044 7709 1140 0,'0'0'237'0,"0"0"-101"0,0 0-87 15,0 0 107-15,0 0-35 0,0 0 30 0,0 0-57 16,0 0-63-16,0 0 20 0,0 0-45 15,0-1-56-15,1 1 26 0,0 0-159 0,0 0 140 0,18-5-38 16,-12 7-51-16</inkml:trace>
  <inkml:trace contextRef="#ctx0" brushRef="#br0" timeOffset="11438.86">18245 7629 1505 0,'-1'-4'239'16,"1"3"-122"-16,-1-1-72 0,-2-2 89 0,2 2-43 16,-1 1 36-16,3 1-59 0,-5 0-54 0,1 1 14 15,1 3-15-15,0 1-14 0,2 2-1 16,0 2-2-16,0 0 4 0,0 0-1 0,3 1 1 15,3 0 0-15,0-1 0 0,0-1 0 16,1 0 2-16,3-2 0 0,0 0 1 0,1-2 3 16,0-3-2-16,0 1 1 0,0-2 2 0,2-2 0 15,0 0 1-15,0-2-1 0,-1 0 1 16,-2-3-1-16,-1 3 5 0,0-1-3 16,-1-1 7-16,-3-1 7 0,-2 0-4 0,-2 1 2 15,-1-1 6-15,-1 2 1 0,-2-2-1 16,-1 1 1-16,-3-1 0 0,-1 1-3 0,-2 2 0 15,-2 0 1-15,-2-1-9 0,1 3-5 16,-3 0 4-16,0 2-7 0,-1-2-7 0,3 3 1 16,0 2-3-16,0-1-5 0,4 1 3 0,2 0-43 15,2 4-54-15,1-1 40 0,5 2-192 16,2 0 188-16,4 1-63 0,5-1-80 0</inkml:trace>
  <inkml:trace contextRef="#ctx0" brushRef="#br0" timeOffset="11925.36">18549 7618 583 0,'1'-3'221'0,"-1"3"-64"0,0 0-103 0,0 0 137 15,0 0-8-15,0 0 17 0,0 0-39 0,0 0-44 16,-6 7 19-16,3-2-27 0,-1 3-27 16,-1-1 6-16,1 3-19 0,-1 1-11 0,1 1 8 0,1-1-18 15,1-1-17-15,0-1 8 0,1 0-13 16,2 0-10-16,1-3 4 0,1 0-6 0,1-2-1 15,4-2 0-15,0 1-1 0,3-3-1 0,0 0 0 16,3-3 0-16,2 1-4 0,0-3 2 0,-1 1-4 0,-1-2-1 16,1-1 1-16,-1 1-1 0,-1-2-3 15,0 1 1-15,-3 0 0 0,-1 1-1 0,2-1 1 0,-2 1 1 0,-3 0 0 16,-3 1-1 0,-2-3 1-16,-1 0 0 0,0 0 1 0,-4-2 0 0,-2 0-1 15,-1 2 1-15,0-1-3 16,-2 0 1-16,0 2 0 0,-2 1-1 0,-2 0-1 0,0 2 0 0,-1 0 0 0,1 3-1 15,0 0 0 1,-1 2-1-16,0 0-2 0,2 4 2 0,1 1-5 16,-1 0-17-16,3 1 11 0,0 3-57 15,2-1-62-15,3 1 44 0,1-1-190 0,2 3 207 16,1-2-90-16,4 4-74 0</inkml:trace>
  <inkml:trace contextRef="#ctx0" brushRef="#br0" timeOffset="12302.58">18793 7650 1021 0,'0'0'182'0,"0"0"-17"0,0 0-25 0,0 0 19 0,0 0-54 15,0 0-43-15,0 0 28 0,-4 7-43 0,4 1-34 16,0 1 8-16,1-1-13 0,1 2-5 0,1 0 1 16,2 0-1-16,-1-3-1 0,2 0 1 15,1-2 3-15,-1-2 9 0,3 0-5 0,0-1 22 16,0-2 21-16,2 0-12 0,1 0 5 16,0-1 16-16,2-3 4 0,0 0-10 0,-1-1-12 15,1-1 7-15,-2-2-13 0,0 0-6 0,-3 0 3 16,-3-2-6-16,-4 1-2 0,-2-1 1 0,0 1-3 15,-4 0-1-15,-4-1 1 0,-4 3-7 16,2-2-3-16,-2 3 4 0,-2 2-9 16,-1 0-6-16,-2 1 3 0,0 3-12 0,1 3-41 15,0 2 24-15,2 3-180 0,3 3 156 0,3 2-33 16,5 2-53-16</inkml:trace>
  <inkml:trace contextRef="#ctx0" brushRef="#br0" timeOffset="13817.37">21432 7821 756 0,'-2'2'50'0,"-1"-1"54"0,0-1 6 0,1 2 65 15,-7-14-73-15,9 12 14 0,0 0 11 0,0 0-15 16,0 0-10-16,0 0-1 0,0 0-17 15,10 2-3-15,-3-6 9 0,3-1-18 16,3-1-22-16,2-2 7 0,0-7-15 0,3 2-11 16,2-1 5-16,3-2-10 0,0 1-7 0,-1-4 3 15,0-3-6-15,-1 1-4 0,-1 0 1 0,-1 0 5 16,-2 0 3-16,-2 3-5 0,-3-1 6 16,-1 5 7-16,-4 1-2 0,-1 2 2 15,-2 1 0-15,-2 3 0 0,-1-1 0 0,0 2 0 0,-1 1 0 16,-1-1-3-16,0 3-1 0,-1 0 2 15,1 1-7-15,1 2-8 0,0 0 5 0,0 0-9 16,0 0-8-16,-1 0 2 0,0 0-2 16,0 0-3-16,0 0-1 0,0 0 1 0,0 1 0 15,1-1 0-15,-1 1 2 0,0 0 0 16,-12 24 0-16,12-19 0 0,1 2 0 0,-1 1 1 0,-1 1 0 16,2 1 0-16,0 3 0 0,-2 3 1 15,-1-2 1-15,0 2 0 0,-1 2-1 16,0 0 0-16,1-1 1 0,-3 1-1 0,2-2-2 0,0-2 1 15,1 1-4-15,1-3-6 16,0-2 5-16,1-2-14 0,0 0-13 0,1-3 8 16,0-1-24-16,1-1-30 0,1-1 15 15,0 0-43-15,2-3-57 0,-1 0 29 0,2 0-91 0,1 0-139 16,0-1 75-16,1 1-66 0,0 0-82 16</inkml:trace>
  <inkml:trace contextRef="#ctx0" brushRef="#br0" timeOffset="14566.94">22127 7558 442 0,'5'-9'178'0,"-2"0"-50"0,1 1-81 0,0-2 134 15,-1 3-28-15,1-1 7 0,-2 0-21 16,1 1-15-16,-2 0 8 0,0 1-20 0,-1 0-13 16,-1 1 7-16,-1 0-22 0,0 0-13 15,-2 1 11-15,0 2-22 0,-1-1-17 0,-2 1 9 16,0 1-16-16,-1 1-11 0,-2 0 3 0,1 2-6 16,-1 1-6-16,-2 0 1 0,1 2-1 0,-1 1-1 0,-1 0 0 0,-3 3 4 15,3 1 2 1,-4 2-2-16,2 2 2 0,-1 1 4 0,-3 2 0 15,4 3-2-15,1 1-2 0,1-2 1 0,2 2-3 16,3-1-6-16,2-1 3 0,1 0-7 0,8-2-2 16,-1-1 1-16,4-3-2 0,1 0-1 0,4-2-1 15,4-2 0-15,0-1 1 0,3-3 1 0,0-1-6 16,1-3-5-16,1-1 4 0,2 0-5 16,-4-3-7-16,-1-2 2 0,2 0-2 0,-3-2 2 15,-1 0-2-15,-3-3 6 0,-2 3 2 0,-1 0-2 0,-3-3 6 16,-2 2 4-16,-3 1-2 0,-3-1 3 15,-2 1 3-15,-2 2-2 0,-2-1 8 16,-2 2-1-16,-3 2-2 0,-2 0-1 16,0 2 2-16,1 1 1 0,-2 1-1 0,1 3-4 15,2 0-1-15,1 0-3 0,2 0-3 0,2 0 0 16,2 1-48-16,3-1-69 0,3 1 48 16,7-1-307-16,3 0 288 0,4 1-84 0,2-2-110 15</inkml:trace>
  <inkml:trace contextRef="#ctx0" brushRef="#br0" timeOffset="15433.44">22603 7593 720 0,'-3'-3'206'0,"3"0"-69"0,0 1-89 0,-2-2 113 16,-1 1-11-16,2 1 22 0,0 0-44 0,0 1-38 15,-4-1 14-15,2 1-33 0,1 2-22 16,-1 0 10-16,1 1-16 0,-2 1-15 0,-1 0 4 0,1 2-6 16,1 2-4-16,-2-1 2 0,2 1-3 15,-1 3-2-15,2-1 2 0,1 1-6 0,0 0-3 16,2 1 3-16,1 0-5 0,3 0-4 0,-1 0 1 0,3-1-1 15,2-2-1-15,0 1 0 0,1-1 1 16,3-2 0-16,0-1 0 0,1-1 0 0,1-3 0 0,2-1 0 16,0 0-4-16,0-2-3 0,-1-3 1 15,2-2-3-15,-2-1-5 0,-2-1 0 0,1-1 3 16,-2 0 1-16,-2 0-2 0,-1-1 4 16,-2 0 6-16,-3-1-1 0,-3 0 2 0,-1 1 3 0,-3-1-1 15,-3 1 5-15,-2-1 3 0,-3 4-2 16,-2-1 5-16,-1 1 5 0,-2 3-2 0,-2 0-2 0,0 2-3 15,-1 0 4 1,-1 1-6-16,2 2-8 0,2 1 2 0,-1 2-6 16,5 1-7-16,1 1 3 0,1 2-45 15,2 1-61-15,3 1 44 0,3 2-209 16,1 0 207-16,5 1-72 0,3-1-84 0</inkml:trace>
  <inkml:trace contextRef="#ctx0" brushRef="#br0" timeOffset="15974.49">22953 7548 1550 0,'-3'-2'155'0,"-2"1"-48"0,2-1 26 0,-2 2-43 0,-1 0-34 0,-1 1 10 16,1 3-18-16,-1 2-13 0,-1 0 6 0,0 2-14 15,0 3-11-15,2 2 6 0,-1 0-9 16,2 1-8-16,1 1 2 0,0 1-2 16,3 1-1-16,1-3-1 0,1 0 2 15,4-2 0-15,1 0 0 0,2-1 1 0,3-3 0 0,3-1 1 16,2-4 1-16,0 1 0 0,4-4-1 16,1 0 1-16,-1 0 0 0,2-6 1 15,1 0-2-15,-3-1-2 0,1-2 1 0,-2-1 1 16,-2-3-2-16,-2 1 0 0,0-1 1 15,-4 0 2-15,-2 0-1 0,-4 0 2 0,-1 1 1 0,-3 1 0 16,-1 1-1-16,-4-1-1 0,-3 2 1 16,-1 1 1-16,-4-1-1 0,-1 3 0 15,-2 0-1-15,-1 2-1 0,-2 2 2 0,-4 1-2 16,-2 1-3-16,3 1 2 0,0 3-3 16,1 0-1-16,3 2 0 0,-1 2-11 0,3 1-26 0,6-2 17 15,2 4-95-15,2-4-131 16,3 3 88-16,2-1-76 0,5-3-101 0</inkml:trace>
  <inkml:trace contextRef="#ctx0" brushRef="#br0" timeOffset="16365.31">23216 7585 1400 0,'-5'7'70'0,"4"0"-32"0,1 2 11 0,0 5-10 0,0-1-1 0,2 2-4 0,0 0 0 16,2 0 8-16,2-2 0 0,1 1 1 15,0-3-2-15,1-1-1 0,4-1 5 0,0-2 6 16,1-2-2-16,2-2-7 0,-1-2 1 15,2-1 4-15,2-2-10 0,0-3-12 0,-4-1 6 16,2-3-9-16,-2-2-2 0,-3 0-1 0,2 0 4 16,-5-1 4-16,-2 0-4 0,-3-3 2 15,-3 0 3-15,0 3 1 0,-4-2 0 0,-2 2-3 16,-3 0 0-16,-1 1-5 0,-1 2-4 16,-5 2 3-16,-1 3-7 0,-4 2-8 0,1 2 3 15,-2 3-6-15,0 3-4 0,0 1 0 0,0 3-17 16,3 3-41-16,4 1 27 0,3 3-187 15,4 0 170-15,3 2-42 0,3 1-60 0</inkml:trace>
  <inkml:trace contextRef="#ctx0" brushRef="#br0" timeOffset="17265.99">23961 7652 1419 0,'0'-1'99'0,"-1"0"5"0,0 1 17 0,1-1-41 16,-19-17-33-16,14 22 6 0,-2 0-8 16,0 2-5-16,2 1-1 0,-1 3-2 0,0 1-2 0,3 0 4 15,-2-3-7-15,2 2-7 0,2 1 3 0,1-2-7 16,2 1-7-16,3-1 3 0,2-1-1 16,2-1-3-16,3 0-2 0,1-3 0 0,3 0 1 15,2-2 1-15,2-2-2 0,2-2-3 0,-1-3 1 0,3-1-2 16,-2-2-2-16,1 1 1 0,1-2-1 15,-3 0-1-15,-2-2 0 0,0 1 2 16,-3-3 3-16,-4 2-3 0,-1-1 5 0,-3-1 4 16,-5 1-2-16,-2 1 3 0,-2 1 9 0,-4-3-3 0,-3 2 4 15,-2 1 5-15,-1 1-1 0,-4 1-5 16,0 1-1-16,-3 0 5 0,0 2-9 0,1 2-6 0,-5 3 3 16,2-1-4-16,-2 4-4 0,2 1 1 15,0 0-4-15,1 2-4 0,2 1 4 0,1 1-22 16,5-1-35-16,3 1 21 0,2 0-83 15,4 1-104-15,3 0 64 0,6 2-63 16,0-1-74-16</inkml:trace>
  <inkml:trace contextRef="#ctx0" brushRef="#br0" timeOffset="17715.21">24290 7593 1566 0,'0'0'146'0,"0"0"-28"0,0 0 27 15,-1 0-41-15,-11-1-33 0,6 8 7 16,1-1-18-16,-1 4-11 0,0 1 7 0,1 2-14 0,1 2-13 15,1 0 6-15,2 0-9 16,1-2-9-16,0 1 4 0,2-1-6 0,2-1-2 0,3-2 1 0,2 0-2 16,1-2-1-16,2-2 1 15,2-1-2-15,4-2-1 0,2-1 0 16,3-1 0-16,-1-2-4 0,2-2 2 0,-2-2-3 16,1 0-4-16,-1-2 2 0,-2 0-1 15,-3 0-1-15,-3-1 0 0,-1-2 2 0,-3 2 5 0,-2-3-4 16,-3 1 4-16,-5-1 2 0,-2-1 1 15,-2-2-2-15,-3 1 0 0,0 1 1 16,-5-2 0-16,-4 3 1 0,2-1-1 0,-3 1-1 16,0 2-2-16,-4 3 2 0,-1 0-2 15,-1 2-3-15,2 1 0 0,3 3-3 0,-1 0-1 16,4 0 0-16,-1 3-15 0,7 0-26 16,2 3 17-16,2 0-83 0,3 1-102 0,2 0 67 0,5 5-60 0,1-2-81 0</inkml:trace>
  <inkml:trace contextRef="#ctx0" brushRef="#br0" timeOffset="18096.63">24652 7638 1462 0,'0'0'74'0,"0"0"-20"0,0 0 26 0,-8 10-33 0,6-2-35 0,-4 4 4 0,1-1-6 15,2 2 1-15,-1 1-1 0,2 0 9 0,2 1 8 16,4-1-6-16,0-1 11 0,3-1 17 0,1-2-6 16,2 0 11-16,1-2 10 0,4-2-4 0,0-2 4 15,2-1 1-15,-1-2 3 0,1-1-16 0,3-3-11 16,0-1 10-16,0-2-16 0,-5-1-16 0,0-1 4 15,-3-2-4-15,3 1-4 0,-3-1-1 0,-1-1 2 16,-5 0 2-16,-1 0-1 0,-2-1-2 16,-2-1-2-16,-3 0 2 0,-5 0-4 0,-3 0-5 15,-1 1 2-15,-3 0-4 0,-1 1-4 0,0 3 2 0,-4 4-3 16,1 0-5-16,-5 1 2 0,1 4-26 16,0 2-22-16,-1 2 16 0,1 3-80 0,0 2-138 0,5 3 84 15,4 4-68-15,4 2-88 0</inkml:trace>
  <inkml:trace contextRef="#ctx0" brushRef="#br0" timeOffset="47897.24">6450 8396 668 0,'1'-5'43'0,"-8"-14"56"0,8 15 17 16,-1 0 47-16,0-1-33 0,1 1-3 0,0 0 16 0,0 1-16 15,-1 1-15-15,1-2 11 0,-1 2-19 16,0 2-9-16,0 0 1 16,0-1-8-16,0 0-9 0,0 0 7 0,0 0-18 15,0 0-13-15,0 0 9 0,0 1-15 16,0-1-13-16,0 1 4 0,0 0-10 16,-10 1-6-16,7 7 3 0,-2 1-5 0,0 0-6 0,0 2 2 15,1 3-5-15,-5-3-4 0,3 3 2 16,1 0-3-16,-2 0-4 0,2 2 1 15,-1 0 0-15,0-1-3 0,1 0 1 0,1 1-2 16,0-1-2-16,1-2 1 0,0 1-3 16,0-2-7-16,0-1 2 0,-1 0-4 0,2-1-4 0,0-2 0 0,-2 1-1 15,0-1-2-15,0-1-1 16,-1 0-1-16,1-1-2 0,-2-1 1 0,2 0 2 0,-1-1 0 0,-2-3-2 16,3 1 1-16,-1-2 0 15,0 0 1-15,1-3-6 0,2 1-5 0,0-4 4 0,2 0-7 16,1 0-7-16,0-2 2 0,2-2 5 15,2-1 3-15,-1-1-4 16,2-2 11-16,0 1 12 0,0-1-5 0,0-1 7 16,2 1 8-16,-4 0-2 0,2 0 4 15,1 1 6-15,1-1-4 0,-1 0 11 16,0 2 7-16,0-2-4 0,1 0 7 0,2 2 8 0,-2 0-1 16,-1-2 1-16,0 3 4 0,0 0 0 15,-1 1-1-15,-2 2 2 0,2-1 0 16,-1 2-5-16,-2-1-1 0,2 3 3 0,-2 0-7 15,-1 2-7-15,-1 0 4 0,-1 3-9 16,0 0-7-16,0 0 5 0,0 0-6 0,0 0-4 0,0 1 1 16,8 12-1-16,-6-6 0 0,1 2 0 15,-1 2 1-15,2-1-1 0,-2 1 1 0,3 2-1 16,-1-1 0-16,0 1 0 0,1 2 0 16,0 0-1-16,-1 1 0 0,0-1 0 0,0 1 1 0,-2-3-2 15,0 3-4-15,-2-2-7 16,0-2 4-16,0 1-11 0,-2-2-15 15,1 0 8-15,-2-2-23 0,0 0-24 0,1-2 13 16,-2 0-50-16,3-1-69 0,-2-2 41 0,0-1-174 16,0 1 236-16,3-4-104 0,0 0-78 15</inkml:trace>
  <inkml:trace contextRef="#ctx0" brushRef="#br0" timeOffset="48172.44">6305 8573 988 0,'0'0'159'0,"0"0"-6"15,0-1-13-15,0 0 9 0,1 0-33 0,9-12-10 0,-5 10 11 0,2 0-18 16,-1 0-18-16,0-1 5 15,3 0-16-15,0 2-9 0,2-2 6 0,-1 2-17 16,0-1-16-16,1 1 8 0,0 0-16 16,1 2-14-16,-3 0 6 0,0 0-18 0,-1 0-30 0,-1 0 17 15,0 0-107-15,0 0-157 0,0 1 106 16,1 0-87-16,1-1-121 0</inkml:trace>
  <inkml:trace contextRef="#ctx0" brushRef="#br0" timeOffset="49286.99">6641 8367 631 0,'2'-5'177'0,"1"0"4"0,-1 1-4 0,1-2 4 16,-1 1-27-16,1 0-4 0,-1 0 13 0,0 0-28 15,-1 0-26-15,0 1 13 0,-1 0-31 16,1 2-24-16,-1 2 13 0,0 0-25 0,0 0-20 0,0 0 8 16,0 8-14-16,-1-1-10 0,1 5 3 15,-2 2-7-15,1 2-2 0,0 1 2 0,2 4-4 16,-1-2-2-16,2 1 1 0,3 0-3 15,0-2 0-15,1-2 0 0,2-1 0 16,0-1-2-16,0-3 1 0,1 0 1 0,1-4 2 16,0-1-2-16,1-2 2 0,2-2 2 0,-1-2 0 15,2-4 1-15,0-2-1 0,0-1 0 16,1-2-2-16,0-1 0 0,-2-1 0 0,1-2-1 16,-2-1-3-16,-1 1 1 0,-1 0 1 15,-1-1-1-15,-2 0 0 0,-1 1 0 16,-2 0 1-16,-1 1-1 0,-2 4 0 0,0-3 1 15,-1 3-1-15,-1 0 1 0,-1 3-2 0,-1 0 0 0,0 3-2 16,0-3-4-16,1 2 2 0,-1 3-5 16,1-1-6-16,1 2 1 0,-2 1-31 15,2 0-58-15,0 3 37 0,1 3-222 0,1-2 215 0,1 2-64 0,1 2-84 16</inkml:trace>
  <inkml:trace contextRef="#ctx0" brushRef="#br0" timeOffset="49812.88">7223 8366 564 0,'3'-7'161'0,"0"0"-53"0,0 1-66 0,0 0 130 0,-1 0-52 0,1 2 3 15,-2 0-23-15,1-1-17 0,-2 2 13 0,0-1-25 16,1 0-24-16,-1 2 8 0,0-1-13 0,0 0-12 15,-1 1 3-15,-1-1-2 0,2 3-4 16,0 0 1-16,0 0-3 0,0 0 2 0,0 0 0 0,-1 0 2 16,0 0 1-16,-21-2-2 0,16 6 3 15,-1-1 4-15,0 3 0 0,0-3 2 0,-2 2 3 0,1 1-2 16,-1 1 2-16,-1 2 3 0,0-2-1 16,0 3-1-16,-1-1-1 0,-1 3 2 0,1 1-1 15,0 0-3-15,0 0 1 0,0 1-6 0,1 1-5 0,3 0 5 16,0 0-8-16,2 0-11 0,2-2 4 0,0 1-5 15,4-1-6-15,2-1 1 0,3-1-1 16,0 0-4-16,3-3 0 0,3 0-6 16,0-1-15-16,2-2 10 0,1-1-29 0,1-3-27 0,0 0 15 15,1-1-32-15,0 0-36 0,-2-2 13 0,1 0-44 16,1-1-68-16,-2 0 39 0,0-1-34 0,-1 0-39 16</inkml:trace>
  <inkml:trace contextRef="#ctx0" brushRef="#br0" timeOffset="50078.92">7426 8458 1801 0,'1'-3'248'0,"0"1"-122"0,-1 0-77 0,0 2 121 0,0 0-58 0,0 0 22 0,0 0-48 16,0 0-48-16,0 0 21 16,0 0-29-16,0 0-30 0,0 0 3 0,0 0-62 15,0 0-93-15,1 0 64 0,0 1-47 0,13 10-77 16</inkml:trace>
  <inkml:trace contextRef="#ctx0" brushRef="#br0" timeOffset="50845.81">7761 8365 801 0,'-6'-4'53'0,"3"7"32"0,-3-3 8 0,0 1 71 15,-6-12-62-15,7 16-8 0,0 1-1 16,-4-2-14-16,2 2-8 0,2 2 8 0,0 2-21 15,1 2-23-15,1 0 11 0,0 2-16 16,3 1-10-16,1-1 2 0,1 0 0 0,1-1 6 0,4-1-5 16,1-2 9-16,3-1 11 0,2-4-4 15,0-2 1-15,2-1 5 0,4-3 1 0,3-1-5 16,-2-4-3-16,2-3 3 16,0-2-8-16,-1-1-5 0,1-2 3 0,0-1-6 0,-3-3-7 15,-1 1 4-15,-1-2-2 16,-2 0 0-16,-3 1-2 0,-2-2 5 0,-3 1 4 0,-3 2-2 15,-1 2 2-15,-3 0 2 0,-3 2 1 16,-4 1-3-16,-2 2-3 0,-3 2 2 16,-3 2-7-16,0 3-6 0,-5 1 3 0,-1 2-6 15,-3 1-7-15,0 4 3 0,2 0-3 16,1 4-1-16,1 2-1 0,0 2-2 0,4 1-16 0,2 0 10 16,4 1-72-16,2 2-93 0,0-1 66 15,2 2-57-15,4-1-78 0</inkml:trace>
  <inkml:trace contextRef="#ctx0" brushRef="#br0" timeOffset="51109.5">7835 8345 1279 0,'2'0'170'0,"1"-2"-4"0,-2 2-17 0,-1 0 13 16,0 0-42-16,0 0-22 0,0 0 22 0,1 0-38 0,8 9-32 0,-6-2 9 15,2 0-17 1,1 2-16-16,1 2 6 0,1 2-10 16,1 0-9-16,0 1 3 0,0 1-5 0,0-1-4 0,0-1 1 15,1 0-9-15,-1-1-16 0,0-3 9 16,1 0-39-16,0-2-51 0,0-2 31 0,2-3-179 15,-2 0 187-15,0-2-68 0,0 0-62 16</inkml:trace>
  <inkml:trace contextRef="#ctx0" brushRef="#br0" timeOffset="51362.32">8141 8353 1708 0,'1'-2'174'15,"3"1"-10"-15,0 1-23 0,0-2 19 0,0 1-57 16,1 1-33-16,0 0 26 0,1 0-42 16,0 0-39-16,0-1 11 0,-1 1-26 15,2 0-31-15,1 0 16 0,-1 0-81 0,1 0-112 0,0 0 72 16,1 0-62-16,3 0-85 0</inkml:trace>
  <inkml:trace contextRef="#ctx0" brushRef="#br0" timeOffset="51577.16">8140 8464 482 0,'2'-3'320'0,"2"3"-52"15,1-2-35-15,0 1 76 0,2-2-163 0,2 2-15 0,0-1 18 16,2 1-42-16,0 0-55 16,1 0 26-16,2 0-39 0,-1 0-34 0,-1 0 8 0,2 1-55 15,-1 0-88-15,-1 1 59 0,2 2-46 16,-1 1-65-16</inkml:trace>
  <inkml:trace contextRef="#ctx0" brushRef="#br0" timeOffset="52310.05">8691 8321 1061 0,'0'-5'70'0,"0"3"56"0,0 0 10 0,0 2 100 0,0-1-121 16,0 0 1-16,0 0 16 0,-8-2-29 16,7 9-31-16,0 3 11 0,1 5-24 0,-1 0-12 15,1 3 5-15,0 1-8 16,1-1-3-16,1 1-1 0,-1-2-1 0,1-1 2 0,3-1-1 15,1 0-6-15,0-2-2 0,2-2 4 16,1-1-3-16,2-2-4 0,2-1 0 0,0-3-3 16,2-2 2-16,-1-1 2 0,1-2-5 15,0-3-5-15,1-2 4 0,1-3-7 0,-2-1-4 16,0-2 2-16,-1-2-4 0,1 1-1 0,-3-3-1 16,0 1 1-16,-4 0 1 0,-4-1-1 0,1 0 0 15,-3 2 2-15,-2-2 0 16,0 2-1-16,-3 2 1 0,0 1 0 0,-1 0-4 15,2 3-1-15,-3 2 2 0,4 0-6 16,-4 4-5-16,5 3 2 0,0 0-11 0,0 0-21 16,0 0 12-16,0 0-74 0,0 9-110 15,4-1 72-15</inkml:trace>
  <inkml:trace contextRef="#ctx0" brushRef="#br0" timeOffset="52741.12">9242 8340 1015 0,'14'-9'-362'0,"-5"3"508"0,-1-1-5 0,-3 1-7 15,1-1 5-15,-2-3-18 16,0 4-13-16,0-1 10 0,-3-1-21 0,0 2-13 0,-1 1 7 16,-3-1-8-16,0 2-5 0,-1 2 0 15,0-1-10-15,-2 0-4 0,-1 2 5 0,-2 1-14 16,1 0-14-16,-1 0 6 0,-1 3-11 0,-1 1-7 0,-3 1 1 15,2 2 6-15,-2 0 5 16,0 1-5-16,0 3 4 0,0 1 13 0,-1 1-3 0,1 2 1 16,1 1 0-16,0 0 2 0,4 2-3 15,-1 1-10-15,4 0 1 0,1-3-4 0,3 0-8 0,2-1 3 0,1 0-9 16,4-1-7-16,2-4 4 0,1-1-4 16,4 0-6-16,3-3 1 0,2-1-10 0,3-2-8 0,0-2 6 15,6-1-19 1,-1-3-23-16,4 0 11 0,-1-3-32 0,1 0-53 0,-1-2 27 0,2 0-238 15</inkml:trace>
  <inkml:trace contextRef="#ctx0" brushRef="#br0" timeOffset="75483.77">17360 8675 875 0,'-3'-3'58'0,"-6"-16"108"0,9 18 11 0,-3-3 83 0,1 1-83 16,0 0 1-16,1 0 21 15,0 0-45-15,-1 0-44 0,2 0 16 0,-1 0-33 0,1 1-22 16,1-2 11-16,2-2-22 16,-1 1-18-16,4 0 8 0,0 1-15 0,1-1-14 0,2 2 5 0,2-1-10 15,0-1-8-15,-1 2 3 16,0-2-5-16,1 2-5 0,-1 1 2 16,0 2-2-16,-1 0-2 0,-2 0 1 15,0 1-3-15,-3 1 1 0,0 1-1 0,-3 2-1 0,-1-1 0 0,-3 3 0 0,-2 1 2 31,0-1 1-31,-2 0 0 0,-1 4-2 0,-2-1 3 16,3 1 0-16,-1-3 1 0,1 3 0 0,2-3 0 16,0 0-1-16,1-1-2 0,2-2 1 15,2-1 1-15,0 0-1 0,2-2-1 0,2-2 2 16,1 0 0-16,0 0 0 0,2 0 2 16,-1-1-2-16,1-2 1 0,1 0 0 15,0 1 0-15,-1-1-1 0,0 2 0 0,0-1 0 16,0 0 0-16,-2 1 0 0,1 0 0 0,-2 1-2 15,1 1 2-15,-1-1-2 0,0 0 1 0,-2 1 0 16,1 3-1-16,0-1 1 0,0 2-1 16,-1 0 1-16,1 0-1 0,0 2 2 15,1 0-1-15,0 0 0 0,0 0 0 0,-1 1 1 16,0-2 0-16,0 2 0 0,1-2 0 0,-3-2 0 16,0 2 1-16,0 0 2 0,-1 0-1 0,0 1 0 15,-1-3 4-15,-4-1-1 16,1 2 0-16,-1-1 0 0,-1-1 1 0,0 0-1 15,1-1-1-15,-1-1 1 0,-2 1-1 16,3-1-1-16,-3 0 1 0,-1 0-1 0,1-1 0 16,-2-1 0-16,-2 0 0 0,2 0-1 0,1-1 0 15,-3 1 0-15,3-1-1 0,0 0 0 0,0 1 0 16,2 0-1-16,0-1 0 0,2 2-3 16,-1-2-10-16,4 2 6 0,-1-2-48 15,3 2-54-15,0 0 39 0,0 0-115 0,0 0-175 16,0 0 96-16,10 7-87 0,-4-4-98 15</inkml:trace>
  <inkml:trace contextRef="#ctx0" brushRef="#br0" timeOffset="75987.53">17664 8653 777 0,'0'-1'257'0,"2"-4"-18"0,-1 4-26 16,-1-2 19-16,0 3-49 0,0 0-44 0,0 0 28 15,0 0-56-15,0 0-39 0,0 0 17 16,0 0-28-16,0 0-24 0,0 0 7 0,-1 1-14 15,-9 13-9-15,7-7 4 0,-2 2-7 16,2 2-5-16,-1 0 2 0,-1 2-3 0,2-2 0 16,1 1-1-16,2-2-1 0,1 3-2 0,2-4 2 15,3 1-1-15,0 0-2 0,1-3 1 0,3 0 0 16,-1-3 1-16,3-1-1 16,-1-4 1-16,1 0-1 0,1-3 2 0,2-3-3 15,0 0-2-15,0-1 2 0,1-1-3 16,-2-3 0-16,1 3 0 0,-1-2 0 15,-2 0 1-15,-3 0-1 0,-3 0 2 0,1 2 3 16,-3 1-2-16,-2 0 0 0,-4-1 1 0,-2 2 1 16,-4 0-1-16,0 0-1 0,-2 2 0 15,-3-2-2-15,0 2 1 0,-2 1 0 0,-1 1 1 16,-1 0 2-16,2 2-1 0,-1-1-2 16,2 2 2-16,0 2 0 0,3 0-4 0,2 1-8 15,2 1 4-15,1 1-35 0,2 1-46 16,2 2 31-16,0 1-124 0,4 0-195 0,0 1 119 15,5 2-103-15,3-2-124 0</inkml:trace>
  <inkml:trace contextRef="#ctx0" brushRef="#br0" timeOffset="76414.95">17934 8636 917 0,'0'0'159'0,"0"0"-22"0,-1 0-19 0,0 1 18 0,-8 15-38 0,8-10-31 16,-1 4 14-16,-1 0-26 0,2-2-17 15,0 3 7-15,2 1-2 0,-1-1 3 16,3 0-7-16,0-1 6 0,1-1 10 0,2 0-2 0,-1-1 8 15,4-2 3-15,-1-1-2 0,1-1-4 16,1-3 7-16,3-1-1 0,0 0-6 0,0-2-12 16,2-2 8-16,-1-1-18 0,-1-3-11 15,0 1 8-15,-1 1-12 0,-2-3-10 0,0 0 1 0,-1 0-1 0,-2 1-1 16,-2 0 0-16,0 1 0 0,-3-2 1 16,-1 1 0-16,-1 0-2 0,-2 0-2 0,-4 0 1 0,-1 0-1 15,-2 3-5-15,-1 0 1 16,-3-1-2-16,-1 3-1 0,-1 1 0 0,0 1 0 0,3 1-2 0,-1 0 0 15,0 2-24 1,1 1-42-16,5 1 29 0,0 3-182 0,1-2-247 16,6 4 166-16,3-3-144 0,2 0-193 0</inkml:trace>
  <inkml:trace contextRef="#ctx0" brushRef="#br0" timeOffset="76733.21">18299 8685 1531 0,'0'0'276'0,"0"0"-35"0,0 0-42 0,0 0 50 0,-1-1-114 16,0 1-45-16,0 0 33 0,0 0-53 0,0 0-52 0,0 0 12 16,1 0-22-16,0 0-38 0,0 0 17 0,0 1-136 15,0-1-231-15,0 1 156 0,8 14-114 16,3-12-180-16</inkml:trace>
  <inkml:trace contextRef="#ctx0" brushRef="#br0" timeOffset="77780.71">18625 8617 1247 0,'2'-7'82'0,"1"-1"91"16,1 2 6-16,1-1 130 0,1 1-149 0,2-1-2 15,-1 1 17-15,-3-13-49 0,8 13-42 16,-2 2 14-16,-1-2-33 0,-1 2-28 0,0 1 14 16,-1 2-22-16,1 1-19 0,-2 2 5 0,-4 1-7 15,1 0-4-15,-3 3 1 0,-2 0 0 16,0 2-1-16,-3 1 0 0,-1 3-1 0,-1 1-1 0,-1 1 1 15,0 4-3-15,-3-2-4 0,0 0 1 16,-1 3-8-16,2-1-6 0,-2 1 4 0,1-4-6 0,2 2-7 0,-2-3 1 0,5-1-2 31,-1 0-1-31,2-4 0 0,0-1 2 0,2-2 1 0,-1-1-2 0,2-1 6 16,2-1 5-16,0-3-3 0,0 0 5 16,0 0 5-16,0 0-2 0,0 0 4 15,0-1 4-15,-8-11-2 0,6 8 2 0,-1-1 4 16,-1 0-1-16,1 1 0 0,-1-2 1 0,1 1 0 15,-1 2 3-15,2 0 3 0,-1-1-2 16,1 2 3-16,2-1 7 0,0 3-2 0,0 0 1 16,0 0 1-16,0-1 1 0,0 0-4 15,0 0-2-15,0 1 2 0,0 0-2 0,12-5-4 16,-5 9 1-16,2 0-1 0,1-1 1 0,3 3 0 16,4-3-1-16,-3 0-2 0,2 1 0 15,1-1 2-15,0-3-2 0,2 0 1 0,1-1-2 16,-2-1 1-16,-1-2 0 0,3 0 1 15,-4-2-1-15,-2 0-1 0,-1 1 2 0,-1 1 0 16,-4-3 0-16,-1 2 2 0,-2 1 1 16,-3-1-1-16,-1 1 1 0,-1 2-1 0,-1 0 2 15,-2-1-3-15,-1 0-1 0,-1 2 0 0,-1 1 1 16,-1 2 3-16,1-3-3 0,0 4 0 0,-1-1 3 0,2 1-1 16,0 2-1-16,2-2-3 0,0 3 1 15,2-3-4-15,1 5-1 0,1-5 1 0,0 1 1 16,4 1 0-16,2 0-1 0,1-1 1 15,3 0 2-15,2 0 0 0,0-2 0 0,3-2-2 16,3 3 1-16,1-6 0 0,-1-1 0 16,2 1-1-16,1-2 0 0,-3-1 0 0,-1-2 1 0,0 0 0 15,-5 0 2-15,-2 2-2 0,-2-3 6 16,-3 0 2-16,-5 1-1 0,-2-2-2 16,-3 1 2-16,-2 2 2 0,-4-3 0 0,-2 2-4 15,-2 2-1-15,-3 0 1 0,0 2 0 0,0 0 0 16,-1 2-2-16,-1-1-2 0,3 3 1 0,0 1-3 15,1-1-2-15,3 2 1 0,2 0-8 16,2 0-16-16,3 1 10 0,2 0-57 0,3 2-72 0,1 0 46 16,4 3-257-16,2-2 269 0,1 0-99 15,4-1-93-15</inkml:trace>
  <inkml:trace contextRef="#ctx0" brushRef="#br0" timeOffset="77965.63">19151 8796 1773 0,'1'-2'277'0,"1"0"-146"0,-1-2-72 0,0 0 138 0,1 1-121 16,2-1 31-16,-2-1-44 0,1 1-59 0,-1 1 14 0,1-1-98 15,0 1-124-15,0 1 85 0,1 2-67 16,1 4-104-16</inkml:trace>
  <inkml:trace contextRef="#ctx0" brushRef="#br0" timeOffset="78398.6">19387 8723 967 0,'-1'-9'218'16,"2"1"-26"-16,-1 1-33 0,0 1 40 0,0 1-95 15,-1 2-31-15,1 3 31 0,0 0-47 16,0 0-35-16,-3 10 8 0,3-1-14 0,1-1-6 0,-1 3 0 16,1 2-1-16,2 0-4 15,1-1 2-15,-2-1-3 0,2 0 2 16,-1-1-1-16,1-2 4 0,3 0 4 0,2-2-3 0,0-3 6 15,0-2 6-15,1-1-1 0,1-1-3 16,2-2 0-16,0-1 4 0,-2-3-2 0,1 2 2 16,-1-3-3-16,1-2 7 15,-2 1 7-15,-2 0-4 0,-1-1 5 0,-3 1 6 0,-1 1 0 0,-3-3-3 16,-1 3-1-16,-3 1 2 16,-2 0-5-16,-2 1-3 0,-3 0 2 0,-2 2-9 0,-1 0-7 0,1 3 4 15,-3 0-8-15,0 2-7 16,1 1 3-16,-1-1-6 15,2 3-4-15,0 2 1 0,3 3-24 0,2-1-38 0,3 1 27 16,0 1-132-16,2 1-196 0,4 0 127 0,4 1-106 16,4-1-145-16</inkml:trace>
  <inkml:trace contextRef="#ctx0" brushRef="#br0" timeOffset="78782.17">19666 8734 1756 0,'-6'-4'214'0,"2"1"-130"0,0 1-50 0,-1 0 79 16,3 2-63-16,-1 0 27 0,1 0-39 0,-1 1-36 16,1 3 4-16,2-1-4 0,0 2-3 0,0 2-2 15,0-1 1-15,0 3 1 0,3-1 1 0,0 0 0 16,3 0 0-16,-2 0 0 0,2 0 0 15,0-1 4-15,2-1-2 0,1-3 21 16,1 2 12-16,-1-4-10 0,0-1 10 0,2 0 18 16,1-1-2-16,0-4-2 0,0 0-9 0,0 0 6 15,-1-1-9-15,0-3-5 0,0 1 0 16,-3-2 0-16,0 1-1 0,-1-1-1 0,-2-1-2 16,-2 0-2-16,-1-1 3 0,-2 2-7 0,-4 0-4 15,-4 1 2-15,-1-2-5 0,-2 2-3 0,3 2 1 16,-4 1-6-16,-2 1-4 0,1 2 2 0,-3 1-3 15,2 1-4-15,0 2 1 0,-1 1-5 0,-1 3-8 16,2 1 6-16,3 1-51 0,1 4-51 0,3 0 38 16,2 1-158-16,2-1-228 0,4 3 136 15,1 1-117-15,2-4-152 0</inkml:trace>
  <inkml:trace contextRef="#ctx0" brushRef="#br0" timeOffset="79081.36">19906 8738 1859 0,'-6'2'218'0,"-2"1"-34"15,1 2-33-15,0-1 27 0,1 3-55 16,1-1-60-16,1 2 25 0,0-1-40 16,3 0-33-16,1 0 9 0,0-1-12 0,1 0-7 0,4-3 0 15,1 0 0-15,2-1 2 0,3-1-2 16,1-3 2-16,1 1-2 0,1-4 2 0,3 1-2 15,-1-2-1-15,-2-2 0 0,0 0 3 16,-2 1 0-16,-2-2-1 0,-3-1 5 16,-2-2 4-16,-3 1-1 0,-1-2 3 0,-1 3 3 0,-4-1 0 15,-4-2-6-15,0 3-4 0,-3 1 4 16,-3 1-10-16,-2 1-24 0,-4 3 11 0,-4 3-62 16,-1 1-60-16,2 6 41 0,-2 3-323 15,4 6 316-15,4 3-101 0,5 5-102 0</inkml:trace>
  <inkml:trace contextRef="#ctx0" brushRef="#br0" timeOffset="81661.06">22203 8564 496 0,'4'-4'32'16,"-3"1"63"-16,0 0 8 0,0 0 33 0,1-1-13 0,-1 1-5 0,0 0 9 16,-7-14-22-16,7 14-11 0,-1 1 5 15,-1-1-6-15,0 0-8 0,-1 1 0 0,0-1-3 16,-3 1-1-16,1-1 4 0,0 1-11 15,-1 1-8-15,-1-2 6 0,1 2-11 0,0 0-10 0,-2 1 5 0,1 0-9 16,2 1-7-16,-3 0 5 16,1 2-8-16,-1 0-4 0,-1 0 4 0,-3-2-3 15,3 2-2-15,0 3 1 0,-1 1-2 16,1 2 0-16,-1 1 0 0,0 0-3 0,0 5-6 0,2 2 3 16,1 4-8-1,1 1-5-15,0 2 3 0,5 1-5 0,-1-1-5 16,3-1 1-16,4-3 0 0,0-2 0 0,3-4 0 15,1-2-1-15,3-1 3 0,3-3-2 0,1-2 1 0,0-2-2 0,2-2 2 16,1 1-2-16,-1-2-2 16,1-2 1-16,-2-2-3 0,-1-1-1 0,2-1 0 15,-3-1-2-15,-1 0-3 0,-5-3 2 0,0 2 0 16,-1-3 0-16,-2 1-1 0,-2 1 2 0,-3 0 2 16,-3 0 0-16,1 0 1 0,0 0 0 0,-5-1 0 0,-1 3-1 15,-2 1-3-15,-3 1 2 0,-3-1-1 16,2 2-2-16,-7-1 0 0,0 3 1 0,2 1 0 0,1 0 1 15,1 3-1-15,0 0-1 16,3 2 2-16,2 1-4 0,2-2-20 0,3 4 11 0,0 1-104 0,3-1-133 16,2 2 93-1,3 1-80-15,2 1-119 0</inkml:trace>
  <inkml:trace contextRef="#ctx0" brushRef="#br0" timeOffset="82476">22619 8576 937 0,'0'0'236'0,"0"0"-18"0,0 0-28 0,0 0 19 15,0 0-49 1,0 0-48-16,0 0 24 0,0 0-37 0,0 0-37 0,-5 9 11 0,3 0-22 15,0 1-11 1,-3 2 5-16,5 3-7 0,-4 0-9 0,2-1 2 0,2 2-8 0,2-1-4 16,2-2 4-16,-1 0-5 15,5-2-4-15,-1-3 0 0,7 0-1 16,1-1-1-16,1-3 1 0,0-1-2 0,1-2 1 0,2-3 0 16,0-4-3-16,0 1 0 0,0-5 0 15,-1-1-1-15,0-2-2 0,-2-1 1 0,2-5-1 16,-3 5 2-16,-2-1-1 0,-2-3 0 15,-3 3 3-15,-2 0-1 0,-2 1-1 0,-3 1 0 0,-2 2 1 16,-3 1-2 0,-2 2 0-16,-2 0 0 0,-4 2 2 0,-1 2-1 0,-1 1 0 0,-4 2-3 15,-1 0 2-15,1 1 1 0,-1 2-3 16,1 1-5-16,2 1 1 0,1-1 0 0,5 3-8 0,0 0 3 16,3 2-48-1,2 0-62-15,3 0 44 0,0 2-154 0,2 0-226 0,7 0 134 0,-1-2-122 31,7-2-143-31</inkml:trace>
  <inkml:trace contextRef="#ctx0" brushRef="#br0" timeOffset="82920.42">23027 8543 1364 0,'0'0'135'0,"0"0"-17"0,0 0 14 0,0 0-25 0,-2 8-17 16,-3-1 8-16,2 1-17 0,0 2-8 0,2 0 4 0,-2 3-15 15,1-1-8-15,0 2 6 16,1 0-13-16,1-1-11 0,3 0 4 0,-1-1-7 15,2-3-4-15,2 0 2 0,4 0-2 16,0-5-1-16,2-2 1 0,1-2-6 0,0-1-4 16,4-4 5-16,1 0-6 0,-1-5-8 0,1 0 2 15,3-3-4-15,-2 0-2 0,-1 0 1 0,2 0-1 16,-2-1-1-16,-1 1 0 0,-5 1 2 16,-2-1 1-16,-3 2-1 0,-1-1 1 15,-3 3 2-15,-4 0 0 0,-6 0-1 0,-1 2 0 0,1 1 1 16,-6 0 1-16,-3 1-1 0,0 2-1 15,-5 1-3-15,1 1-2 0,-1 1 3 0,1 1-3 16,-1 1-6-16,4 1 1 0,-1 2-6 16,5 1-20-16,4 1 13 0,1 0-92 0,3 1-110 15,3 2 78-15,4-1-68 0,5 0-95 16</inkml:trace>
  <inkml:trace contextRef="#ctx0" brushRef="#br0" timeOffset="83293.24">23366 8554 1861 0,'-7'14'66'0,"5"-7"-48"0,2 1 9 0,0 1-13 16,0 0-6-16,0 1 2 0,3 1-2 15,4-1-1-15,-1 0 0 0,3-1 1 0,-2-1 2 16,1 1-2-16,2-4 11 0,3-1 10 0,-3-3-7 0,2 0 10 16,0-3 14-16,0-1-4 0,1-3 4 15,-1-3 3-15,-2 2 0 0,0-2 1 0,-2 1-1 0,-1-2 1 16,-2 0-6-16,0-1-2 0,-3 2 5 0,-2-2-11 16,0 2-8-16,-3-2 4 0,-1 2-6 0,-1-1-9 15,-2 2 4-15,1 0-9 16,-1 2-5-16,-2 1 4 0,-1 2-7 0,0 1-4 0,-1 2-1 0,-1 3-4 15,0 0-7-15,-1 3 4 16,0 1-41-16,1 2-59 0,3 2 41 0,1 1-272 0,4 1 261 0,4 1-78 16,1 1-93-16</inkml:trace>
  <inkml:trace contextRef="#ctx0" brushRef="#br0" timeOffset="83973.89">24052 8520 1583 0,'-1'-5'171'0,"-1"0"18"0,-1 0-38 0,-1 0-40 0,-2 2 16 0,2 0-33 15,-1 1-30-15,-3 1 15 16,0 1-22-16,1 0-17 0,0 2 6 0,-2 1-11 15,1 2-8-15,-1 0 4 0,-1 4-10 16,3 0-8-16,0 2 3 0,2 2-6 0,0 0-6 16,2 1 2-16,3 1-2 0,4 0 1 0,1 1-1 15,5-3 0-15,-1 1 2 0,4-3-2 0,2-1 2 16,1-4 0-16,1-1 0 0,0-1-3 16,5-3-3-16,-3-4 2 0,5-1-2 0,-3-4-2 15,2 1 0-15,-2-3 0 0,0 0 1 0,-1-2-1 16,-5-2 3-16,-1 3 3 0,-5-2-1 15,-1 1 1-15,-5 0 2 0,-2 0 0 0,-1 2 0 16,-3 0 0-16,-2 1 0 0,-4 1 0 16,-3 1-2-16,0 3 2 0,-6 0-3 15,2 0 0-15,-1 2 0 0,-5 1-1 0,4 1 0 16,-1 1-1-16,0 2-1 0,2 1-4 0,3 0 3 16,0 2-23-16,4 2-37 0,6-1 25 0,0 2-96 15,5-1-120-15,4 1 75 0,4 0-71 16,6-1-85-16</inkml:trace>
  <inkml:trace contextRef="#ctx0" brushRef="#br0" timeOffset="84374.87">24326 8543 2200 0,'-4'-3'123'0,"-1"2"-61"0,-2 0 26 0,0 1-42 16,0 1-28-16,2 2 6 0,0 1-8 0,1 1-6 0,6 1 1 16,-4 2 0-16,1 1 1 0,2 0-2 15,2 0 4-15,0 0 3 0,4-1-1 0,1 1 1 16,-4 1 2-16,6-4 1 0,3 1-1 0,3-1 2 16,0-2-1-16,2-1-3 0,-1 0-1 0,1-2 2 0,1-4-2 15,-1 1-5-15,-3-3 1 16,-2 0-1-16,-1-1-1 0,-6-2 0 0,4-1-1 15,-1 0 0-15,-3 0 1 0,0-1 0 16,-1 1-1-16,-4-2 0 0,0 1 0 0,4 0-2 0,-7 0 1 0,-7 0 0 16,2 0-4-16,-2 1 1 15,-1 1-2-15,-1 0-1 0,-3 1 0 0,-3 1-1 0,-2 1-1 16,2 2 0-16,-2 1-2 16,-1 2-2-16,1 0 1 0,3 3-5 15,1 2-12-15,5 1 7 0,2 2-64 0,3 0-81 0,4 1 58 16,1 2-240-16,4-1 254 15,3 0-102-15,1-2-103 0</inkml:trace>
  <inkml:trace contextRef="#ctx0" brushRef="#br0" timeOffset="84691.77">24676 8589 2172 0,'-5'3'78'0,"0"1"29"0,-1 2-45 0,1 1-32 16,0 1 6 0,2 2-6-16,1 2-5 0,4-2 0 0,0 3-2 15,2-2 2-15,-1 1 2 0,3-4-1 0,2 2 0 16,2-3-1-16,4-2 1 0,-3-2 3 0,10-1-1 16,-5-2 1-16,8 0 2 0,-1-1 1 0,-3-3-3 15,3-1 3-15,-6-2 1 0,4-3 0 16,-9 1 1-16,3-2 0 0,-5-1-2 0,-1-2 0 15,-1 1 3-15,-6-1-11 0,2 1-7 16,-7 0 5-16,-2 0-10 0,-3 0-9 0,-1 2 3 16,-4 1-6-16,-6 2-6 0,4 2 2 0,-7 3-7 15,0 2-12-15,-2 2 7 0,0 3-32 0,-1 3-54 0,4 3 35 16,6 2-311-16,-2 2 294 16,8-1-79-16,5 3-86 0</inkml:trace>
  <inkml:trace contextRef="#ctx0" brushRef="#br0" timeOffset="91999.09">22235 9502 796 0,'7'-4'52'16,"-9"-12"71"-16,6 12 4 15,-1 1 75-15,-1 0-79 0,1 1 0 16,-1 0 9-16,-2 2-38 0,0 0-28 0,0 0 12 16,0 0-23-16,0 0-17 0,0 0 8 15,0-1-20-15,0 1-16 0,0 0 8 0,0 0-7 16,0 0-9-16,6 1 0 0,-3 4-1 16,0 4 4-16,-1 2-1 0,-1 1 0 15,1 1 2-15,-2 2-1 0,0 1 1 0,0 0-2 0,-3-1 0 16,2 2 0-16,-1-2 0 0,0 1 0 0,0 0 0 15,0-2 0-15,2-1 0 0,-4-2 1 16,3-1 0-16,-2-1 0 0,-1-3 0 16,4 2 2-16,-5-4-1 0,4 0 1 0,-5-2 2 0,3-1-2 15,-1 0 1-15,-1-1 1 0,4 0 0 0,1 0-4 16,0 0-3-16,0 0 3 0,0 0-3 0,0 0-4 16,0-1 1-16,0 1-2 15,0-1-2-15,0 0 1 0,0 0-1 0,0 0 1 0,1-1-2 16,0 2 2-16,0-2 2 0,0 1-2 0,0 0 4 0,0 0 0 0,25-18 0 0,-19 18 2 31,3 1 1-31,-2-2 0 0,3 0 1 0,4 0-1 0,-4-1 0 16,3 0 0-16,-7 1-1 0,6-1 1 15,-1 0 0-15,0 0-2 0,2 0 1 0,-4 1-1 16,0 0 0-16,-3-1 1 0,2 3-2 16,-2-2 0-16,-3 1 0 0,0 1 0 15,-4 0-1-15,0 0 0 0,0 0-4 0,0 0-21 0,0 0 13 16,0 0-73-16,0 1-81 0,0 0 59 15,0 0-171-15,0-1 205 0,0 1-106 0,0 0-84 16</inkml:trace>
  <inkml:trace contextRef="#ctx0" brushRef="#br0" timeOffset="92305.35">22426 9572 900 0,'0'0'237'16,"0"-1"-24"-16,0 0-27 0,1 0 26 0,0 0-61 16,0 0-38-16,0 1 22 0,0-1-41 15,0 0-36-15,0 0 14 0,-1 0-25 16,1 0-16-16,0 0 6 0,0 1-11 0,7 0-7 0,-8 8 2 15,0 2-5-15,0 1 0 0,0 1 0 16,1 4-4-16,-1 1-2 0,1 1 0 0,1 2-2 16,0 0-4-16,-1-1 1 0,1-1-12 15,1-1-21-15,-1 0 14 0,1-3-79 0,1 1-63 0,-1-5 46 0,1 1-192 16,1 0 226-16,-1-1-105 16,-1 2-89-16</inkml:trace>
  <inkml:trace contextRef="#ctx0" brushRef="#br0" timeOffset="93195.95">22761 9553 722 0,'0'0'207'15,"0"0"-68"-15,0 0-89 0,0-1 128 16,0 0-31-16,0 0 21 0,0 0-38 16,0 0-32-16,0 0 13 0,0 1-28 15,0-1-19-15,0 0 10 0,0 0-21 0,0 0-17 0,0 0 9 16,0 0-16-16,0 1-11 16,0 0 3-16,0 0-3 0,-3 6-4 0,1 1 0 15,-1 1-2-15,1 1 2 0,-2 2 0 0,3 2 0 16,-2 0-3-16,2 1 1 0,0 0-1 15,2 0-1-15,2-2 1 0,1 2-1 0,0-1 1 0,2-2-2 16,4-2 2-16,-1-1 1 16,2-2-1-16,1-3 0 0,0-2 1 0,1-1 0 0,2-3-1 15,0-2-2-15,2-2 1 0,1-2 0 16,-1 0-3-16,-1-2 1 0,-1-1-1 0,0 0 0 0,-1-1 0 16,0 0 0-16,-5 0 1 15,-1 1-1-15,-3 0 2 16,0 1 2-16,-1 1-1 0,-3 2 0 0,-1-1 1 15,-6 2 0-15,2 0 0 0,-5 0 1 0,0 2-2 0,-1-1-2 16,-3 2 0-16,-1-1 2 0,-1 3-3 16,0-2-3-16,-1 2 2 0,3 2-3 0,-2 0-1 0,0 2 1 15,3 0-3-15,1 0-1 0,3 2 0 16,1 3-8-16,1-2-20 0,2 2 12 0,2 1-92 16,2 1-93-16,3 2 68 0,2 0-65 15,2-1-88-15</inkml:trace>
  <inkml:trace contextRef="#ctx0" brushRef="#br0" timeOffset="93764.2">23109 9550 1529 0,'1'-3'156'0,"0"2"-38"0,-1 1 22 0,0 0-41 15,0 0-34-15,0 0 14 0,0 0-26 0,0 0-22 16,0 0 10-16,0 0-17 0,0 0-12 0,0 0 4 16,0 0-6-16,0 0-3 0,-1 0-1 15,-10 8 0-15,7-3-2 0,2 3 2 0,-2-1-1 16,0 2 1-16,2 0-1 0,1 3 3 16,1-2 3-16,0 1-2 0,2 1 3 15,-1-1 3-15,3-1-1 0,1 0 3 0,-1 0 3 16,3-2-2-16,1-1 1 0,1-3 0 0,1-2 1 15,3 0-3-15,0-2-2 0,1-3 2 0,1-5-5 16,1 0-3-16,-1-1 1 0,3-2-2 16,-3 1-3-16,0-2 1 0,-4-1-1 0,1 1 1 15,-2 1-1-15,-2-1 1 0,-3 0 3 16,-3 3-2-16,-2-2 0 0,-2 4 0 0,-2 0 1 16,-6 0-1-16,0 2-1 0,-3 0 1 0,-4 2-3 15,-2 0 1-15,3 2 0 0,-4 1 0 16,2 0-2-16,1 3 0 0,0 0-2 0,2 2-1 0,1-2 0 0,4 4-3 15,2-1-14-15,4 1 8 16,1 1-93-16,3 0-117 0,2-1 86 0,3 2-69 0,7 0-106 16</inkml:trace>
  <inkml:trace contextRef="#ctx0" brushRef="#br0" timeOffset="94379.51">23419 9523 1501 0,'0'0'161'0,"0"0"25"0,0 0-54 16,0 0-59-16,-1 0 26 0,-12 5-40 0,6 1-33 15,0 1 9-15,-1 4-15 16,0 0-9-16,2 3 3 0,-2 1-6 0,2 0-2 0,4 1 1 0,1-1-2 16,1 0 1-16,5-1-1 15,3 0 1-15,2-3 2 0,3-3 0 0,3 0 0 16,2-3 2-16,1-3-1 0,1-2 0 15,0-3-1-15,1-3 0 0,0-3-2 16,-1 1 0-16,-3-3 0 0,1-1 0 0,-2 0 1 0,-2-1-1 16,-2 2 2-16,-2-1 5 0,-6 0-2 15,0 1 8-15,-4 0 13 0,-2 0-8 0,-4 0 15 16,-3 1 13-16,-2 0-6 0,-2 1-5 16,-1 2 0-16,-1 1 7 0,-2-1-17 15,1 3-18-15,0 2 8 0,-1 1-12 0,2 2-9 0,2 1 2 16,0 0-7-16,3 2-17 0,3 2 11 0,1 0-98 0,4 2-126 15,2-1 94 1,3 2-74-16,5 0-117 0</inkml:trace>
  <inkml:trace contextRef="#ctx0" brushRef="#br0" timeOffset="95129.1">23981 9524 1931 0,'0'0'133'0,"0"0"26"0,0 0-54 0,0 0-49 0,-1 0 19 0,-14-3-28 16,7 6-27-16,-1 2 7 0,0 3-9 0,-1 2-3 16,2 1 0-16,-2 1-3 0,3 2-2 15,1 0 1-15,3 2-3 0,1 0-4 0,2-1 1 0,2 1-1 16,1-2-1-16,5-1-1 0,0-1 2 0,3-1 1 16,2-2 0-16,3-3 0 0,0-1 0 0,3-3 0 15,1-2-2-15,0-1-2 0,0-5 2 16,3-2-3-16,-2-2-1 0,-1 0-1 0,5-3 2 15,-6 0 0-15,0-1 0 0,-1-1 0 16,-3 3 6-16,-4 1-2 0,-1-1 4 16,-5 0 4-16,-4 2-3 0,-2-1 3 0,-3 3 5 0,-4 0-1 15,-2 0 2-15,-1 2 2 0,-5 1-1 16,-1 0-3-16,1 3-1 0,-2 0 2 0,-2 2-4 16,4 1-5-16,-1 2 1 0,3 0-4 15,0 1-3-15,2 1 1 0,0 2-9 0,5-1-24 16,2 1 15-16,2 0-98 0,5 1-99 0,2 0 71 15,5 0-68-15,6-1-92 16</inkml:trace>
  <inkml:trace contextRef="#ctx0" brushRef="#br0" timeOffset="95510.27">24297 9561 2041 0,'0'0'93'0,"-1"0"-41"0,0 0 23 0,-12 6-36 0,9 0-27 0,0 0 5 0,0 5-8 16,1-1-3-16,2 1-1 16,2 2 2-16,1-2 3 0,1 0-3 0,4 0 6 15,2 0 8-15,0-4-4 0,4 0 6 16,0-2 8-16,1-2-3 0,3-3-1 15,-2 0 0-15,2-4 2 0,0-1-5 0,-1-2-7 0,-3-2 2 0,0 0-4 0,0-2-4 0,0 1 1 32,-4 0 2-32,-3-1-1 0,0 1-1 15,-2-2 3-15,-1 3 3 0,-3-1-2 0,-3-1 3 16,-2 3 2-16,5-2 0 0,-7 2 2 0,-3 1 0 16,3 1 0-16,-2-2-5 0,1 2-2 0,-2 2 4 0,-2 0-9 15,-7 0-7-15,5 0 2 0,2 3-3 16,-4 1-4-16,0 3 0 0,-1-1-3 0,3 3-1 15,2 0 2-15,2 3-17 0,1 0-31 0,1 1 21 16,3 2-114-16,1 0-135 0,4 0 91 0,-1 0-81 16,3 1-113-16</inkml:trace>
  <inkml:trace contextRef="#ctx0" brushRef="#br0" timeOffset="95879.76">24679 9617 1695 0,'0'0'52'0,"-1"0"11"0,-8 7-4 0,6-1-19 16,0 2 0-16,0 0-1 0,2 2 7 0,1 0-2 15,1 2 1-15,3-1 3 0,3 1 0 16,3-1 14-16,3-2 11 0,0 1-10 15,6-2 5-15,-1-2 13 0,3-4 3 0,2-1-13 16,-2-1-14-16,2-4 10 0,2-1-20 16,-3-4-14-16,-1-1 6 0,-1 0-9 15,-3 0-8-15,-1-2 3 0,0-1-2 0,-5 1 2 0,-7 0-2 16,-1-1-2-16,-3 2 0 0,-1-1 2 16,-5 0-6-16,-3 1-7 0,-6 0 5 0,-6 2-8 15,4 1-7-15,-2 1 3 0,-4 2-5 16,-2 3-5-16,2 0 2 0,-2 3-10 15,2 3-24-15,6 1 14 0,-1 1-145 0,-1 3-257 0,6 1 175 16,7-1-132-16,0-1-192 0</inkml:trace>
  <inkml:trace contextRef="#ctx0" brushRef="#br0" timeOffset="134212.49">6645 10526 634 0,'1'-5'134'0,"0"0"-131"0,-1 0 94 0,1 0 71 0,0-2-10 15,-9-12-15-15,8 15-5 0,-1-2 3 16,0-1-20-16,0 2-11 0,-1 2 11 0,0-1-31 16,-3 1-26-16,1 3 17 0,-5-5-29 15,2 4-25-15,-3 4 10 0,-2 2-13 0,0 1-9 0,-2 3 0 16,-3 0-2-16,1 2-2 0,1 2 1 0,0 3-1 31,1 0-1-31,1 0 0 0,-1 1 0 0,4-1-1 0,0 1 1 0,3 1-2 0,2-1 0 16,2-2 1-1,2 3-2-15,2-3-1 0,3-1 0 16,3-1 2-16,3-2 1 0,2-2-1 0,2-2 1 16,4-3 3-16,1-3-1 0,1-1 0 0,0-2-1 15,2-2 2-15,0-2-3 0,-2-1 0 0,0-2 1 16,-3-1 0-16,-1 1 0 0,-5 0 0 0,0 0 3 15,-6 1 2-15,-1 0-2 0,-3 2-2 16,-2 1-2-16,-4-1 3 0,-2 2-5 0,-2 1-7 0,-2 1 2 16,-3 1-1-16,-2 0-1 0,0 1-2 0,-2 1 1 15,2 1 1-15,-1-1 0 0,3 2 0 16,1-1-2-16,2 0 1 0,3 1-1 16,2 0-3-16,0 0 1 0,4 1-13 0,-1 0-35 0,3 1 21 15,0 0-92-15,4 1-94 0,1 1 63 0,3-1-170 16,0 1 238-16,2-2-138 0,2-1-89 0</inkml:trace>
  <inkml:trace contextRef="#ctx0" brushRef="#br0" timeOffset="134634.35">6840 10584 1078 0,'1'-5'185'0,"0"0"-20"0,-1 2-18 15,0 0 21-15,0 0-52 0,0 3-36 0,0 0 20 0,0 0-34 16,-1 0-34-16,-12 2 12 0,9 2-19 16,-1 1-12-16,-1 1 1 0,0 1-4 0,0 1-4 15,1 1 3-15,2 1-4 0,-1 0-1 0,1 0-1 16,1 1-1-16,2 1-1 0,0-2 1 0,3 0 0 16,0-1 0-16,1-1-1 0,3 0 4 0,0-3 3 0,2-2-2 0,1-2 1 15,1-1 3-15,2-3 1 0,1-3-2 0,1-1-1 0,1-2 1 16,3-1-2-16,0-2-1 0,-1-1 1 0,-1 0-1 31,-1 1 1-31,-2 0-2 0,-1 0 3 16,-3 0 1-16,-5 2-1 0,-2-1 5 0,-3 3 4 15,0 1-2-15,-6 1-1 0,-5 1 2 0,-3 3 3 16,-3 1 1-16,0 1-1 0,-3 2-1 0,-3 2-3 16,2 1 1-16,0 0 3 0,2 4-7 15,3-1-6-15,2-1 4 0,0 1-7 16,4 0-5-16,4 1 2 0,2-2-10 0,4 1-32 15,2-2 20-15,3-1-152 0,4 1-208 0,5-2 145 16,2 0-120-16,-1-1-173 0</inkml:trace>
  <inkml:trace contextRef="#ctx0" brushRef="#br0" timeOffset="135000.4">7145 10596 1230 0,'-5'6'188'0,"-2"1"-35"0,3 0-32 0,-4 0 31 0,3 1-60 0,-2 0-50 0,1-1 20 0,2 2-29 16,2-1-24-16,-1 0 5 16,3-1-5-16,2 0-1 0,3-1-2 0,3-1 2 15,2-2 4-15,1-2-2 0,-2-1 3 0,5-2-1 16,-1-1 2-16,2-3-3 0,-2-1-1 0,-1-2 2 15,-1 0-1-15,0 0-2 0,0 0-1 16,-1-2 1-16,-2 1 0 0,-2-1 0 0,-1 2 6 16,0-1 5-16,-4 2-4 0,-1 1 7 0,-2 1 7 0,-3 1-3 15,-2-1 0-15,0 3-1 16,-3 0 3-16,-2 3-5 0,0-1-5 0,0 1 1 0,-3 1-5 16,2 1-5-16,-3 3 3 0,2 0-5 15,0 1-6-15,1 0 2 0,3 1-3 0,-1 0-2 0,4 1-1 16,-1 0-8-16,6 0-38 0,-1 0 22 0,5 1-185 15,0 0-205-15,6-1 141 0,3-1-134 16,3 0-176-16</inkml:trace>
  <inkml:trace contextRef="#ctx0" brushRef="#br0" timeOffset="135352.01">7350 10597 1480 0,'-6'1'176'0,"2"2"-30"0,-1-1-25 0,0 1 31 0,-1 2-60 16,0 0-34-16,0 2 13 0,1 1-25 0,0-1-26 0,1 1 10 15,2 1-15-15,1 1-12 0,3-1 2 0,2 0-2 16,2-1-2-16,4-1 0 0,1-1 1 16,2-1 2-16,2-3-1 15,0-2 2-15,1-1 1 0,-2-4 0 16,3-1 1-16,-2-2 0 0,-2-2 0 0,2-1-1 0,-5 0 2 0,-2-2-1 15,0 2 1-15,-2 0 2 16,-2 0-1-16,-3 0 1 0,-1 1 5 0,-1 1-1 0,-6 2-5 16,0-1 1-1,-3 2 2-15,-3 1 0 0,-2 2-4 0,-2 3 2 0,-3 1-8 16,0 1 2-16,1 4 3 16,-1 2-3-16,0 1-3 0,2 0-1 0,1 3-3 15,3 0-34-15,5 0 21 0,3 2-304 16,3 0 253-16,3-2-41 0,4-1-69 0</inkml:trace>
  <inkml:trace contextRef="#ctx0" brushRef="#br0" timeOffset="135899.91">8001 10582 1436 0,'1'-6'147'0,"2"-1"-2"0,-3 1-6 0,1 0 6 0,1-1-29 0,-2 3-12 0,-1 0 14 16,-1 1-38-16,0 2-35 0,-2 1 19 0,0 2-31 15,-2 1-26-15,-1 2 8 0,0 2-10 16,-2 1-5-16,-1 0 0 0,-2 4 0 16,2 0 2-16,1 0-1 0,1 2-1 0,2-2-1 15,1 1 1-15,3 0-1 0,1-2 0 0,4-1-2 16,1-1 5-16,3-2 5 0,2-3-3 15,3-2 3-15,2-2 4 0,2-4-1 0,3-2 0 16,-1-2 0-16,4-2 0 0,-3-2-2 0,2-1-1 16,-4-1 0-16,3 0-1 0,-4 1 0 15,-3-1 0-15,-2 2 0 0,-4 0 2 0,-1 3-1 0,-5-2 0 16,0 6-2-16,-4 0 2 0,-4 0-3 16,-4 2-3-16,1 2 1 0,-6 1-2 0,0 1-2 0,-2 5-1 15,0-4 1-15,0 5-2 0,2 1 2 16,1 0-1-16,0 0 0 0,5 3 0 15,2-1-12-15,2-1-53 0,5 2 33 0,4-2-216 16,2 1 193-16,4-1-46 0,2-3-66 16</inkml:trace>
  <inkml:trace contextRef="#ctx0" brushRef="#br0" timeOffset="136200.07">8265 10548 1389 0,'-11'5'260'0,"2"0"-126"0,1 1-66 0,-3 2 186 16,1 1-185-16,0 0 28 0,2 1-49 15,1-1-33-15,2 1 11 0,1-1-14 16,4-1-10-16,6-1 0 0,4-2 1 0,-1 0 2 0,3-3-1 16,3 0 1-1,0-2 1-15,0-3 1 0,1-1-2 0,-2-1 1 0,-1-1-1 0,1-2 1 16,-1-1 0-16,-1 0-1 15,0-2 0-15,-2 1 2 0,-2 1-1 16,-2-2 2-16,-1 3 2 0,-4-2-3 0,-1 0 2 16,-4 3 0-16,-2-1 1 0,-4 2-4 0,1-2-3 15,-4 4 3-15,-2-1-4 0,1 4-2 0,0 2 0 16,0-1 0-16,1 5-2 0,0-1 1 16,2 4-7-16,2 0-28 0,2-1 17 0,2 2-191 15,3 1 165-15,4 2-32 0,5-2-48 16</inkml:trace>
  <inkml:trace contextRef="#ctx0" brushRef="#br0" timeOffset="136499.9">8455 10608 1699 0,'-7'8'166'0,"1"2"-39"31,1-2-29-31,0 0 34 0,2 1-61 0,1-2-39 15,2 0 12-15,4-1-18 0,1-2-12 0,2-1 0 16,5-2-2-16,1 0 0 0,0-2 1 0,3-3-3 16,0-1 0-16,1-2 2 0,2-2-4 15,-2 0-1-15,-1-1 0 0,0-1 0 16,-3 1 0-16,-3-1-1 0,-2 1 1 0,-3-1 1 0,-4 3 0 0,-1-2-2 16,-5 3-1-16,-2 0 1 15,-1 1-1-15,-3 2-5 0,-2 2 2 0,-2 2-2 16,-2 0-2-16,0 3 1 0,0 2-2 15,-1 2-28-15,1 3 15 0,3 2-220 0,0 1 186 16,5 0-31-16,3 1-50 0</inkml:trace>
  <inkml:trace contextRef="#ctx0" brushRef="#br0" timeOffset="136806.29">9200 10501 1386 0,'1'-5'190'0,"0"2"-14"0,-1 0-16 16,0 3 19-16,0 0-56 0,0 0-32 0,0 0 24 15,0 0-38-15,-12-2-34 0,3 4 11 0,-2 3-18 16,-1 3-11-16,-4 1 0 0,0 2-5 16,-3 0-6-16,0 2 5 0,-1 1-8 15,3 1-6-15,2-2 2 0,1 1-5 0,2-1-8 16,3 0 4-16,-1-1-81 0,4 0-84 16,1-4 64-16,3 2-194 0,-1-4 217 0,3-2-105 15,3-1-109-15</inkml:trace>
  <inkml:trace contextRef="#ctx0" brushRef="#br0" timeOffset="137016.85">8994 10563 847 0,'-2'-2'280'0,"2"-2"-91"0,1 2-113 16,-1-2 200-16,1 3-103 0,0-2 28 0,0 1-59 16,-1 2-55-16,0 0 26 0,1 0-46 15,0 0-35-15,-1 0 12 0,17 2-19 16,-12 2-16-16,2 2 4 0,0 1-4 0,2 2-3 0,-1 0-1 15,2 1-2-15,0 1-26 0,1 2 15 0,3 0-159 16,0-2-223-16,1 2 158 16,-1-1-130-16,1-4-190 0</inkml:trace>
  <inkml:trace contextRef="#ctx0" brushRef="#br0" timeOffset="137362.51">9332 10566 1241 0,'-2'-3'265'0,"-4"3"-78"16,6 2-52-16,0 0 63 0,-2 1-93 15,1 1-72-15,-2 2 12 0,2 2-21 0,3-1-13 0,-3 3 6 16,1-1-8-16,0 2-7 0,2-3 1 0,2 3-1 0,2-2-1 16,2-1 1-16,3 0 0 15,2-3 3-15,-1-1-3 0,3-4 3 16,2 0 3-16,0-2-1 0,3-4 1 0,-1-3 2 0,0-1 0 0,0-2 2 15,-2-1 10-15,-2-1-6 0,-3-2 15 16,-2 3 11-16,-6-1-7 0,-1 0 2 16,-4 1 7-16,1 2 5 0,-8 0-9 0,-2 2-7 0,-1 0 3 0,-3 1-4 15,-1 2-5-15,-4 4 1 0,0 2-7 16,-5-2-5-16,5 5 4 16,-2 3-8-16,2 1-10 0,3 3 3 0,0 3-4 0,4-1-4 0,1 1 1 15,3 3-94-15,3 0-192 0,5 1 132 0,5 0-90 31,5-1-144-31</inkml:trace>
  <inkml:trace contextRef="#ctx0" brushRef="#br0" timeOffset="137663.82">9831 10617 1851 0,'0'-3'182'0,"0"-2"-47"0,0 4-30 0,0 1 37 0,0 0-46 0,0 0-34 0,0 0-2 16,-3 3-3-16,1 3 1 0,-2 3 4 0,0 3-15 15,-2 1-11-15,0 2 10 0,1 3-18 16,-1 2-15-16,0 1 6 0,1 1-10 16,2-2-9-16,1-1 4 0,2 0-56 0,3-2-77 0,2-1 55 15,1-3-216-15,2 0 215 0,0 0-79 16,-1 1-101-16</inkml:trace>
  <inkml:trace contextRef="#ctx0" brushRef="#br0" timeOffset="137914.95">9926 10806 1279 0,'14'-29'221'0,"4"0"-44"15,0 4-35-15,0-4 41 0,2 1-70 16,1 3-40-16,-1 1 12 0,0 0-10 0,-3 0-10 0,0 5-2 16,-2-2-8-16,-2 4 3 0,-2 3 3 0,-1 2-7 15,-4 2-9-15,-2 3 1 0,0 4-13 16,-4 3-8-16,0 0 7 0,-1 3-2 0,-3 4-9 15,-2 2 2-15,-1 4-8 0,0 2 3 16,-2 3 2-16,0 5-4 0,1-1-7 0,0 3 1 0,1 3-4 16,2 1-4-16,1 0 0 0,1 3-125 15,2-1-252-15,4 1 174 0,4 1-122 0,0-4-193 0</inkml:trace>
  <inkml:trace contextRef="#ctx0" brushRef="#br0" timeOffset="139912.09">23026 10680 1267 0,'2'-4'165'16,"-7"-14"-40"-16,7 13 3 0,0 1 7 15,1-1-34-15,0 0-21 0,-1 0 7 16,0 0-15-16,0 2-9 0,-1-1 4 15,1 1-5-15,-2-1-6 0,1 3 2 0,-4-5-12 16,2 2-3-16,-3 1 6 0,-1 2-12 16,-2 0-13-16,-2 1 5 0,-1-2-6 15,-1 3-6-15,2 1 2 0,-6 0-2 0,2 2 0 16,1 0-1-16,0 3-1 0,-1 1 3 0,-1 0-1 16,1 2-1-16,-1 1 1 0,1 3 0 0,1 2-5 0,0 2-3 15,1 2 5-15,2 0-7 0,2 2-5 16,2-1 2-16,3 0-3 0,1-2-1 0,3-3 0 15,4 0 1-15,1-2 0 0,3-2-1 0,2-3 2 16,2 0 0-16,2-4 1 0,1 0-3 16,1-2 0-16,0-3 1 0,0 0-2 0,0-3-3 15,-1-1 1-15,-1-2 0 0,2 0 0 0,-4-3 0 0,0 1 0 16,-3-3 3-16,-1 2 0 0,-1-2 0 16,-1 2 4-16,-5-1-2 0,-2 0 0 15,-1 1 1-15,-4-1 0 0,1 4-1 16,-3-2-2-16,-2 2 1 0,-2 1-1 0,1 1 0 15,-3 0-1-15,0 1 0 0,0 1 0 0,-1 2 0 16,1 1-1-16,1 2-3 0,3 0 2 16,1 2-4-16,1 1-28 0,3 0 16 0,3 2-111 15,0-1-114-15,4 4 89 0,1 0-78 0,1-1-118 16</inkml:trace>
  <inkml:trace contextRef="#ctx0" brushRef="#br0" timeOffset="140429.35">23179 10728 981 0,'3'-4'163'0,"0"1"5"0,-1 0-23 0,0 1-18 0,-2 2 14 0,0 0-29 0,0 0-24 15,0 0 13-15,0 0-31 0,0 0-20 0,0 0 11 16,-9 3-15-16,4 2-18 0,0 2 4 0,-1 2-6 16,1 0-6-16,0 1 4 0,0 1-6 15,2 0-3-15,0 1 1 0,2 0-4 16,1-1-3-16,0-1 2 0,3 1-2 0,1-3 1 15,2-2-1-15,3 1 0 0,1-5 3 0,2-1-1 16,2-1-1-16,1 0 1 0,2-4 0 0,1-2-1 16,1 0-2-16,-3-4 0 0,1 1-1 15,1 1-1-15,-5-4 0 0,1-1 0 0,-2 1 0 16,-1 1-1-16,-5-2 0 0,1 3 2 0,-2-1-1 16,-2-1 3-16,1 1 2 0,-3 2-2 0,-4 1 4 15,0 1 4-15,-2-1-1 0,-3 2 8 16,-2 0 4-16,-3 1-2 0,-1 0-5 15,-2 2 1-15,0 0 4 0,-3 3-6 16,0-1-11-16,4 1 3 0,-3 2-7 0,3 1-3 0,1 1 1 16,4 2-5-16,1 1-17 0,3 1 9 15,3 1-85-15,0 0-87 0,5 1 64 0,1 3-250 16,1-4 274-16,3-2-119 0,1 0-119 0</inkml:trace>
  <inkml:trace contextRef="#ctx0" brushRef="#br0" timeOffset="140812.64">23488 10724 1839 0,'0'0'111'0,"0"0"23"0,0 0-45 0,-1 0-41 0,1 0 15 0,-14 6-20 16,11 1-21-1,2 3 3-15,0 0-7 0,-1 2-5 16,1 2 4-16,1-1-6 0,3 1-6 0,1-1 2 16,1-2 1-16,2-1 1 0,1-2-3 15,4 0 7-15,0-4 5 0,3-1-2 0,0-3 2 16,2 0 2-16,3-4 2 0,-1-2-4 16,3 1-3-16,-3-3 3 0,-1-2-4 15,-1-1-2-15,-2 0 0 0,-2-2 1 0,-2 0-1 16,-5-1-1-16,-2-1 2 0,-2 0 3 0,-2 2-2 15,-5 0 3-15,0 0 3 0,-3 2-2 0,-4 2 1 16,0 1 1-16,-4 1 1 0,-2 4-8 16,-3-1-3-16,1 4 5 0,-2 2-9 15,2 1-6-15,1 3 2 0,1 1-15 0,4 2-48 16,5 1 30-16,2 2-231 0,4 1 202 0,4-2-44 16,3-3-68-16</inkml:trace>
  <inkml:trace contextRef="#ctx0" brushRef="#br0" timeOffset="141491.91">24066 10644 1809 0,'-1'-4'127'0,"0"3"-33"0,-1-1 16 0,-2 1-36 15,1 0-26-15,-3 1 12 0,0 2-17 16,0 1-17-16,-1 1 3 0,-2 1-5 0,1 3-5 16,-1 1 2-16,1 2-3 0,-1 0-3 0,4 2 2 15,-1 0-4-15,2 2-2 0,4-2 0 0,0 0 3 0,4 0 0 16,2-2-2-16,3-1 0 0,1-2 4 16,2-1-1-16,5-2-1 0,-1-3-3 0,0-2 1 0,4-2-1 15,2-1-4-15,0-3 2 16,3-1-3-16,-2-3 1 0,-1-1 0 15,2 0-1-15,-2-2 0 0,-4 1 0 0,-3-2 3 16,-2 0 2-16,-3 2-2 0,-4 0 1 0,-5 1 3 16,-2 3 0-16,-5-2-3 15,-2 2-2-15,-3 2 2 0,-4 1-2 0,-2 2 0 0,0-2-1 0,-2 4-1 16,-1 0 1-16,2 1 0 16,0 1-2-16,1 1-1 0,4 2 0 0,-1-1-3 0,1 3-2 15,2 1 1-15,5 0-18 16,1 2-36-16,3-1 23 0,1 3-109 15,1-2-127-15,6 0 88 0,5-1-70 0,2-1-102 0,3-2-25 0</inkml:trace>
  <inkml:trace contextRef="#ctx0" brushRef="#br0" timeOffset="141878.09">24387 10694 1940 0,'-6'-2'106'0,"0"1"-22"0,0 1 17 0,-3 1-34 0,1 1-27 0,2 1 12 0,-3 1-21 15,2 2-18-15,1 3 7 0,1 1-11 16,0 0-5-16,3 2-1 0,1 1 1 0,1-1 1 16,4 1-2-16,2-1 4 0,3-2 6 15,3-1-3-15,2-3 4 0,1-1 3 16,2-2-1-16,7-3 0 0,-4-3-2 0,1 0 2 15,3-4-3-15,-1-2-3 0,0-1 0 16,1-2-1-16,-4-1 0 0,-1 0 0 0,1 0 2 16,-6 1 5-16,-4-2-3 0,-1 0 6 15,-5 2 5-15,-3 0-2 0,-3 0 1 0,-6 1 5 16,-3 2-1-16,-1-1-2 0,-5 2-2 0,-3 2 1 16,0 0-7-16,0 2-7 0,-1 2 5 15,-1 1-6-15,0 1-7 0,1 2 1 0,2 2-3 16,2 1-2-16,1 0 1 0,3 3-12 15,4-1-25-15,3 3 15 0,6 0-117 16,0 0-160-16,7-1 109 0,5 1-92 0,4-3-128 0</inkml:trace>
  <inkml:trace contextRef="#ctx0" brushRef="#br0" timeOffset="142199.75">24774 10732 2126 0,'0'0'63'15,"1"11"-23"-15,-1-5 13 0,-2 3-24 16,1-1-14-16,2 3 6 0,2 2-6 0,-1-2-7 0,3 0 0 16,2 0 2-16,6-2 2 0,0 0-2 15,6-3 5-15,0-3 4 0,1-2-2 0,4-1 7 16,2-2 3-16,-1-3-1 0,-2-2-3 15,-2-4 1-15,2 0 3 0,0-2 1 16,-6-2-2-16,0 1-2 0,-2-3 2 16,-9 3 4-16,-3-2 0 0,-3 0-7 0,-6 3-5 0,-8 0 5 15,0 2-8-15,-6 1-9 0,-5 2 2 16,-1 3-5-16,-1 2-4 0,-4 3 0 0,-2 4-48 16,-2 4-74-16,4 2 52 0,1 3-40 15,1 0-61-15</inkml:trace>
  <inkml:trace contextRef="#ctx0" brushRef="#br0" timeOffset="149978.75">22271 11664 956 0,'0'-3'63'0,"-5"-15"87"15,7 13 8-15,0 2 93 0,-3-2-100 0,1 3-9 0,0-1 18 0,0 3-51 16,0 0-43-16,0 0 19 15,0 0-29-15,0 0-26 0,0 0 8 0,0 0-16 0,0 0-12 16,0 0 5 0,0 0-5-16,0 0-5 0,0 0 0 0,0 0-1 0,2 9 1 15,-6-4 0-15,5 4-1 16,-1-1 1-16,0 0-1 0,1 1 1 16,0-1 0-16,-1 0-1 0,0 1 1 0,3-1 0 15,-3-2 1-15,0-2 0 0,-1-1 1 0,2 1 0 16,0 0 0-16,2-1 1 0,-2-1 0 15,-1-1 1-15,0-1 2 0,0 0 0 0,0 0 1 16,0 0 1-16,1 0 0 0,12-1-2 0,-7 1-2 16,1-2 3-16,-3 1-4 0,1-1-4 0,3 0 1 15,0 0-1-15,-2 0-1 0,-1 0-1 0,-1 0 1 16,3 0 0-16,0 0-1 0,0 0 2 0,-1 0-2 16,-2 1 0-16,2 0 1 0,0 1 1 0,0 0-1 15,-2 0 1-15,1 0 0 0,-1 0 0 0,1 2 0 16,-1 0-1-16,0 0 1 0,0 0-1 15,-2 1 0-15,2 0 1 0,-1 2-2 0,0-1 2 16,-2 1-1-16,1-1 0 0,-2 2-1 0,2 0 1 0,0 1-2 16,-1-1 1-16,0 1 0 0,-1 0-1 15,3 0 1-15,-2-1-1 0,0 1 1 0,0-1-1 16,-1 0 1-16,1 1 0 0,-1-1-1 0,0 0 1 0,0 0 0 16,0 0 2-16,-1 0-1 0,-1 1 1 15,0-1 3-15,-1-1-2 0,0-1 1 0,0 2 1 16,-2-2 0-16,-1 1 0 0,0-2-1 15,-1 2 1-15,0-3-2 0,-3 2 1 0,1-1-1 0,-2-1 0 16,0 1 0-16,1 2 0 0,2-3-1 16,-3-1 2-16,1 0-1 0,2-1 1 0,1 0 0 15,-1-2 0-15,3 0 0 0,-2-1 0 0,-1-1 0 16,2-2-2-16,2 0-3 0,-2-2 2 16,1 0-15-16,2 1-21 0,-3-2 13 15,4 0-58-15,0 1-58 0,0 1 36 0,1 1-106 16,0 0-141-16,1-2 73 0</inkml:trace>
  <inkml:trace contextRef="#ctx0" brushRef="#br0" timeOffset="150251.9">22267 11624 1165 0,'2'-2'225'0,"-3"-1"-99"0,1 1-76 0,0-3 120 0,4 4-48 0,1-4 20 16,2 1-34-16,1 1-31 16,0-1 7-16,6 1-15 0,-1-2-13 0,2 1 6 0,0 0-15 0,0-3-11 15,2 2 7-15,1 0-15 0,1-1-12 0,0 2 5 16,1-1-15-16,0 0-26 0,2 2 14 15,0-2-94-15,1 5-137 0,-2-4 93 16</inkml:trace>
  <inkml:trace contextRef="#ctx0" brushRef="#br0" timeOffset="151317.42">22780 11636 706 0,'1'-6'268'0,"-1"-1"-84"0,1 0-110 16,0 1 206-16,0-1-93 0,0 1 18 15,1-1-36-15,-1 2-34 0,1 1 15 0,-2-1-38 16,1 1-27-16,-1 4 16 0,0 0-34 15,0 0-31-15,0 0 14 0,0 0-22 0,0 0-15 16,0 1 3-16,2 16-4 16,-2-9-2-16,1 3-1 0,0 3-1 0,0 1 2 0,0 2 1 15,1 1-3-15,-1 1-2 16,0-2 1-16,0 3-3 0,0-3 0 0,-1 0 0 0,2-1-2 16,-1-2 0-16,0-1 1 15,0-3-3-15,0-1-2 0,-1-2 2 0,0-1-5 0,0-3-3 0,0-1 2 16,0-2-5-16,0 0-2 0,0 0 0 15,0 0-1-15,0 0-1 0,0-1 0 16,-1 0 2-16,0 1 2 0,0-1-2 0,0 0 4 16,0 0 4-16,0-1-2 0,1 0 3 15,-18-24 2-15,18 26-1 0,0 0 1 0,0-1-1 0,0 0 0 0,0 0-1 16,0 0-2-16,0 0 0 0,0 0 1 16,1 1 0-16,11-21-1 0,-6 19 3 15,0 0 3-15,2 1-2 0,2-1 2 0,-3 1 4 0,3-1-2 0,-1 1 2 0,1 1 0 0,0-1 0 16,2 1 0-16,-1-1-2 15,-2 0 0-15,3 1 1 0,-1 0-3 0,-4 0 0 0,1 1 0 16,-1 0-2-16,-3-1 0 16,-1 1-12-16,-3-1-14 0,0 0 10 15,0 0-34-15,0 0-31 0,0 0 17 0,0 0-44 0,0 1-51 0,0 0 22 16,0 0-89 0,0 0-88-16,0 0 52 0</inkml:trace>
  <inkml:trace contextRef="#ctx0" brushRef="#br0" timeOffset="151616.97">22944 11677 1624 0,'0'0'158'0,"0"0"-33"0,-1 0 18 0,0 0-45 0,0 0-28 16,0 0 16-16,0 0-25 0,0 0-25 0,0 0 6 16,-6 10-11-16,6-3-5 0,1 1 2 15,0 3-5-15,1-1-4 0,1 3 1 16,2 1-5-16,-2-1-4 0,3 2 3 0,1 3-5 16,-2-2-2-16,-1 0 0 0,4 1-9 15,-1-2-14-15,1-2 9 0,-4 0-41 0,4-3-47 0,-5-2 30 16,3-1-71-16,1 1-89 15,-4-3 43-15,1-3-124 0</inkml:trace>
  <inkml:trace contextRef="#ctx0" brushRef="#br0" timeOffset="152149.84">23114 11698 1191 0,'0'-4'150'16,"2"1"-2"-16,-2 0 9 0,0 3-28 0,0 0-24 0,0 0 14 0,0 0-35 15,0 0-29-15,0 0 14 16,0 0-22-16,0 0-19 0,0 0 3 16,-6 10-6-16,2-5-1 0,2 4-1 0,0 2 4 15,-2-1 4-15,2 3-2 0,0 1 1 16,0 0 5-16,1 0 0 0,2 0-3 0,2-1-3 16,2 0 3-16,1 0-5 0,0-2-5 15,4-3 1-15,0-1-3 0,1-1-4 0,3-1 1 0,1-4-2 16,-1-1-6-16,3-6 3 15,1 0-5-15,-1-1-4 0,2-2 2 0,0-3-2 0,-1 0-3 0,1 0-1 16,-4-2 1-16,-2 1 1 16,-1 1-1-16,-1-1 4 0,-4 1 1 0,-2 1-1 0,-4 0 2 31,-2 1 2-31,-3 0 0 0,1 1 5 0,-5-2 2 0,-4 3-1 0,-1-2 0 0,-3 3 4 0,-1 0 0 31,-2 1-2-31,-1 1 0 0,0 1-1 0,-2 2 1 0,5 0-1 0,0 3-1 0,3 0-5 31,1 2-2-31,2 2 3 0,3 1-7 0,2 2-16 16,3 0 6-16,1 2-56 0,2-1-70 16,2 3 49-16,0 0-179 0</inkml:trace>
  <inkml:trace contextRef="#ctx0" brushRef="#br0" timeOffset="152680.85">23470 11685 1462 0,'-1'-3'188'0,"0"1"18"0,-1-1-49 0,0 2-46 0,2 1 24 0,0 0-43 0,-1 0-39 15,0 0 15-15,-13 8-25 0,10-3-16 0,0 4 5 16,-1 0-11-16,0 2-8 0,2 1 4 0,-1 2-7 15,3 0-5-15,1-1 2 0,2 1-2 16,1 1-1-16,0-3 0 0,3-1 0 16,1 0 2-16,3-3 0 0,0-2 0 0,1-2 1 15,0-3 0-15,3-2 0 0,-1-2-1 16,1-3 0-16,1-2 1 0,-2-2-1 0,1 0-1 0,0-1 0 16,-3 0 1-16,0-1-1 0,-1-1 2 15,-3 1 1-15,-1 1-2 0,-3-2 5 16,-2 2 7-16,-1 0-4 0,-4 1 13 15,-2 0 9-15,-3 1-5 0,-1 1-4 0,-3 1 4 16,0 3 5-16,-5-1-10 0,2 4-16 0,-2 1 6 16,-2 1-7-16,3 3-9 0,0 1 3 15,0 2-3-15,4 1-18 0,2 0 10 0,0 2-97 16,3 0-142-16,6 2 99 0</inkml:trace>
  <inkml:trace contextRef="#ctx0" brushRef="#br0" timeOffset="153442.28">24235 11693 1856 0,'0'-5'123'0,"0"3"-8"0,-1 0 14 0,-3 1-36 0,1 0-32 16,-3 2 14-16,0 1-23 0,-1 1-18 0,-1 3 5 15,1 0-8-15,0 1-5 0,1 3 2 0,0 0-4 0,2 2-3 16,1 0 1-16,3 1-4 0,0 0-3 0,3-1 1 15,2 1-3-15,2 0-2 0,3-2 0 0,1 0 0 16,2-2-1-16,2-1 0 0,2-3-1 16,1-1 0-16,3-3 1 0,0-1-4 0,1-3-1 0,2 0 0 0,-2-4-1 31,0-2-4-31,-1 0 2 0,0-2-1 0,-5-1 2 0,-1 0-2 0,-2-1 1 0,-2 0 2 16,-3 2-1-16,-3-1 4 0,-4 2 1 0,-1-1-1 31,-4 2 0-31,-3 0 5 0,-6 2-1 0,-5-1 4 0,-1 3 1 0,-3-1-2 0,-2 3 2 31,-3-1 2-31,0 2 2 0,-2 2 1 0,5 0-1 16,2 2-1-16,1 1-6 0,4 0-2 15,4 1 4-15,3 2-9 0,2 0-18 0,3 0 8 16,2 0-56-16,5 0-61 0,4 1 43 0,2 1-135 16,2-2-222-16,6 1 123 0</inkml:trace>
  <inkml:trace contextRef="#ctx0" brushRef="#br0" timeOffset="153928.75">24630 11668 1542 0,'4'-5'187'0,"-4"2"-20"0,0 0 19 0,0 1-45 0,-4-1-31 0,1 3 15 15,-3 0-27-15,0 2-25 0,-2 0 9 0,3 2-19 16,-1 0-11-16,-2 3 5 16,0 2-14-16,1-1-11 0,0 3 8 0,1 0-12 15,0 0-11-15,4 1 4 0,0 1-7 0,3-1-4 16,4 0 1-16,-1-2-1 0,7 0-3 15,1-1 0-15,2-1 0 0,1-1 0 0,1-3 1 0,2 0-1 16,0-4-1-16,2 0 1 0,3-1-2 16,-4-2-2-16,-4-2 2 0,3-2-2 15,3 1-3-15,-7-3 1 0,-1 1-2 16,-1 0-3-16,-6-1 2 0,0 0-1 0,1 0 1 0,-4 0-2 16,-3 0 2-16,-1 0 1 15,-5 1 1-15,-2-2 0 0,2 0 1 0,-3 1 0 16,-5 0 0-16,0 1 1 0,-7 0-1 15,1 0 1-15,0 3 0 0,-2 1 0 0,-2 4 0 16,3 0 0-16,3 0 0 0,0 5-1 16,4 1-2-16,3 2 1 0,2 0-16 0,4 3-35 15,1-1 23-15,3 2-122 0,2 1-152 16,2 0 102-16</inkml:trace>
  <inkml:trace contextRef="#ctx0" brushRef="#br0" timeOffset="154363.6">24940 11686 1582 0,'0'0'133'0,"0"0"-20"0,0 0 8 0,-3 10-14 16,2-4-1-16,-5 3 2 0,-1 1-12 0,3 2-12 15,1 0 11-15,-2 1-27 0,2 0-21 16,0 1 13-16,3 1-8 0,0-1-8 0,6-2-4 16,-2-1 1-16,4-1 8 0,2-2-2 0,6-1 1 15,1-1-7-15,1-2 5 0,4-3-10 16,-3-2-6-16,0-2 4 0,3-1-9 0,-1-1-6 0,1-2 3 15,-8-2-6-15,2-2-2 16,-1 0-1-16,-2 0 1 0,-2-1-1 16,-5-1 1-16,-4-1-4 0,-7 0 1 0,6 1 2 0,-10 0-4 15,-4-1-1-15,-5 2 1 0,-2 0-4 0,-3 1-3 0,-3 3 3 16,1 2-5 0,-9 3-4-16,4 3 3 0,1 2-27 15,-4 5-52-15,4 3 35 0,5 4-353 16</inkml:trace>
  <inkml:trace contextRef="#ctx0" brushRef="#br0" timeOffset="178487.33">22814 12559 630 0,'1'-2'156'15,"0"0"-16"-15,-1 0 9 0,-5-15-7 0,7 15-4 0,-1-1 10 16,1 1-19-16,-1 1-21 0,1-2 10 0,0 2-19 0,-1-1-14 16,1 0 8-16,0 1-12 15,-2 1-11-15,0 0 4 0,0 0-14 0,0-1-10 0,0 1 7 16,0-1-17-16,0 1-15 15,0 0 7-15,0 0-12 0,0 0-7 0,0 0 2 0,0 0-4 16,0 0-3-16,0 1 1 16,0-1-3-16,0 1-2 0,6 19 1 0,-5-14-1 15,0 1-1-15,0-2 0 0,-1 2-1 16,1 1 1-16,0 1 1 0,-1-2-2 0,1-1 1 16,0 1 0-16,-2-2-1 0,2 0 1 0,0 1-1 15,0-3 0-15,-1 0 0 0,0-1 0 16,0-2-1-16,0 0 1 0,0 1-1 0,0 0 0 15,0-1 0-15,0 1 0 0,0 0 1 16,0 0 1-16,0 0-1 0,1 0 1 0,0 0 1 0,0-1 0 16,0 1 0-16,21 12-2 15,-17-12 1-15,0-1 0 0,0-1-2 0,1 1 1 0,0-1 0 16,-1 1-1-16,1 0 0 16,1-1 1-16,0 1-2 0,-1 0 0 0,2 0 1 0,-3 1-1 0,4 1 0 15,-3 0 0 1,-1 0-1-16,1 1-1 0,-1 0 1 15,0 2-1-15,-3 1 0 0,3 0 2 0,-6 0 0 16,1 1 0-16,0 2 0 0,-4-3 0 0,1 1 1 0,1-1 1 0,2 1-1 16,-2-1 0-16,-1-1 1 15,2 0-1-15,-1-1 0 0,2 1 1 16,-1 0-1-16,-3-3 0 0,0 2 1 0,0-1 0 16,2 1-1-16,-1-1 2 15,2 0 1-15,-1-1-2 0,-2 1 2 0,1-1 0 0,-1-1-1 16,0 0 1-16,1 1 3 0,-3-1-1 15,0 0-3-15,-2-1 1 0,-1 1 1 0,0-1 6 0,1 0 2 16,-3 0-2-16,-2 0 1 16,1 0 9-16,2 0-2 0,-1-1-1 0,1 0-4 0,2 0 3 15,-2 0-6-15,3-1-5 0,1 2 2 16,0-1-3-16,1-1-3 0,1 1 1 16,-1-1-8-16,1 1-12 0,3-1 8 15,-2-1-31-15,2 1-35 0,1-2 22 0,0 1-52 0,1-2-72 0,2 1 35 0,0-1-134 31,2 1 211-31,2 1-102 0,0 0-63 0</inkml:trace>
  <inkml:trace contextRef="#ctx0" brushRef="#br0" timeOffset="178742.37">22810 12518 1669 0,'0'-5'161'0,"0"2"-26"0,2-2 12 0,1 2-27 0,0-1-26 0,1-1 12 0,3 1-28 16,0 0-25-16,1 0 12 0,2 0-23 15,0 1-21-15,2 0 8 0,1 0-11 16,0 1-13-16,2 0 3 0,0-1-21 0,1 2-34 0,0 0 22 15,1-1-98-15,1 1-139 0,1 1 88 0,3 0-75 16,-1 0-100-16</inkml:trace>
  <inkml:trace contextRef="#ctx0" brushRef="#br0" timeOffset="179554.32">23139 12445 1857 0,'0'0'177'0,"0"0"-39"0,0 0 24 0,0 0-58 16,0 0-42-16,0 0 22 0,-4 5-32 0,1 2-31 0,0 2 7 15,-1 2-12 1,-1 1-7-16,0 3 4 0,0 2-6 0,0 1-4 0,2 0 2 0,-2 3-3 15,4-3-3-15,-2 0 1 0,2 0-12 16,1-3-9-16,-3 0 6 16,0-2-8-16,1-2-14 0,2-3 4 15,-1 1-3-15,1-3 1 0,0-1-3 0,-1-3 11 16,1-2 7-16,0 0-6 0,0 0 10 16,0 0 8-16,0 0-2 0,0 0 6 0,0 0 1 15,-1 0-1-15,0 0 2 0,0 0 2 0,0 0-1 0,1 0 1 16,-1 0 0-16,0 0 0 15,0 0 0-15,0 0-1 0,0 0 0 0,1-1 0 0,0 0-1 16,0 0 0-16,0 0 1 16,5-12 2-16,-1 10-1 0,3 0 3 0,0 1 5 0,0-1-2 0,0-1 5 15,0 1 4-15,1 1-1 0,-1-1 0 16,2 0 2-16,-2 2 1 0,-1 0-3 16,1 0-3-16,-1 0 2 0,1 1-3 15,-1-3-3-15,-1 3 1 0,-1 0-2 0,0-1-3 0,1 0 1 16,-1 0-2-16,-1 1 0 0,0 0-1 0,1 0 1 15,0 2-2-15,-2-2 1 0,2 1-5 0,-1 0-10 0,-2 1 7 0,-1-2-21 32,0 0-25-32,0 0 14 0,0 0-37 0,0 0-43 15,0 0 20-15,0 0-73 0,0 0-92 0,0 0 50 16,0 0-48-16,0 0-57 0</inkml:trace>
  <inkml:trace contextRef="#ctx0" brushRef="#br0" timeOffset="179804.16">23200 12547 1559 0,'1'-4'206'0,"-1"1"-28"0,0 3 30 0,0 0-60 0,0 0-40 0,0 0 19 16,0 0-39-16,0 0-28 0,0 0 11 0,0 0-22 15,0 1-20-15,4 15 7 0,-3-7-13 16,-1 0-10-16,0 0 5 0,1 3-9 0,0 1-4 16,0 0 2-16,1 0-5 0,-1 0-6 15,0-2 3-15,0 3-29 0,1-1-30 0,0-1 23 0,-2 0-81 16,0 0-73-16,1 0 39 0,-1 0-227 16,2-1 291-16,-1-1-126 0,1-2-94 15</inkml:trace>
  <inkml:trace contextRef="#ctx0" brushRef="#br0" timeOffset="180501.3">23412 12577 1791 0,'0'0'159'0,"0"0"-40"0,0 0 24 0,0 0-47 0,-2 10-35 0,-2-3 17 0,2 1-30 15,2 4-24 1,-5 0 8-16,-2 2-12 0,5 0-12 0,-5 2 2 0,3-2-3 0,0 1-3 16,1-1 0-16,-1-1 0 15,4-2-2-15,3 0 1 0,0-2 0 0,2-1 1 0,2-2-1 0,2-1 2 16,1-1 2 0,3-3-1-16,-1-1-1 0,0 0 2 15,3-3 1-15,1-2-1 0,-2-1-1 0,-1 0 0 0,2-2-1 16,0-1 2-16,-1-1-1 15,2-4 1-15,-3 1 5 0,1-2-4 0,-1-1 11 0,-3-2 6 16,-1 1-4-16,-1 0 5 16,-4 0 7-16,-2 3 1 0,-2-3-1 0,-2 3 0 0,-3 1 0 0,-4 1-2 15,0 2-3-15,-4 2 2 0,-2 0-9 16,-2 2-6-16,-1 4 4 0,-2 0-2 0,2 2-6 16,-1 4 0-16,1 0-5 15,-1 3 1-15,4 1 1 0,1 2-6 16,3 3-26-16,3 0 15 0,0 1-109 0,4-2-159 15,3 4 110-15,7 2-90 0,2 0-127 0</inkml:trace>
  <inkml:trace contextRef="#ctx0" brushRef="#br0" timeOffset="181398.98">24185 12572 1603 0,'1'-3'141'16,"0"2"-9"-16,-1 1 10 0,0 0-34 15,0 0-27-15,0 0 20 0,0 0-33 16,0 0-29-16,0 0 11 0,-1 8-17 0,2 1-13 0,-3 3 3 16,0 1-6-16,-1 3-6 0,1 2 3 15,1 0-4-15,-1-2-4 0,1 3 0 0,3-4-1 16,2-1 0-16,3-3 0 0,2-1 0 15,1-4 2-15,2-1-1 0,5-1-1 16,-1-3 2-16,0-1 0 0,5-2 0 0,-2-3-1 0,0-2 1 0,2-1-2 16,0-2 0-1,-2 0 1-15,0-1 0 0,-4-2 1 0,-1 0-1 0,-2 0 3 16,-1-1 3-16,-6 2-1 16,-4-2 5-16,-1 0 8 0,-2 0-4 0,-4 1 6 15,-5 2 6-15,2 2-1 0,-6 1-3 16,0 0-1-16,-2 4 4 0,-4 4-5 15,2 0-6-15,-1 1 1 0,2 3-7 0,-2 1-4 0,4 4 3 16,3-1-6-16,2 2-13 0,4 0 6 16,1 0-45-16,3 3-55 0,3 0 38 0,5-2-202 15,1 0 201-15,4 3-70 0,1-2-78 16</inkml:trace>
  <inkml:trace contextRef="#ctx0" brushRef="#br0" timeOffset="182031.54">24586 12536 1772 0,'-2'-2'171'0,"-2"1"22"0,2 0-46 15,-2 1-43-15,0 2 20 0,0 2-39 0,1 1-30 0,-1 2 14 16,-2 4-25-16,0-1-21 0,0 3 9 0,0 1-12 16,0 2-11-16,4-1 3 0,2 2-4 15,1-3-2-15,4-3 0 0,2 3 0 16,3-4 0-16,2-1 0 0,5-3-1 15,1-2 0-15,-1-3 0 0,2 0-1 0,4-1-2 0,-4-4 1 16,4-2-5-16,1 1-5 0,0-4 3 16,-2-2 0-16,0 0-3 0,-3-1-2 0,-2 0 4 15,-2-1 5-15,-3 0-1 0,-8 0 2 16,-1 1 4-16,-3-1 0 0,-3 1 1 0,-1 1 4 0,-4-1-2 16,1 1 5-16,-7 0 3 0,2 2-2 15,-9 1 1-15,1 2 1 0,-1 3 2 0,-5 0 0 16,0 2-1-16,-1 1-1 0,5 3-4 15,3 1-2-15,0 1 3 0,4 2-7 0,2 1-10 16,6 1 4-16,1 0-46 16,4 1-58-16,2-1 41 0,5 3-169 0,5-1 174 0,5 0-67 15,-2-1-74-15</inkml:trace>
  <inkml:trace contextRef="#ctx0" brushRef="#br0" timeOffset="182396.98">24869 12608 1251 0,'6'0'39'0,"-5"3"-7"0,5 3 9 0,-3 4 13 0,-2 0-3 16,-3 0 7-16,3 1 10 0,1 2-4 0,-2 0 12 15,5-2 21-15,-5-1-10 16,4-2 10-16,5 1 19 0,-2-2-2 0,3-1-7 0,-2-3-8 0,3-1 11 16,0-2-36-1,5-1-25-15,-3-5 18 0,1-1-26 0,7-1-28 0,-4-1 6 0,1-3-7 16,1 2-5 0,-5-3 1-16,-5 0 3 0,1 2 8 0,-4-4-5 0,-4 0 12 31,-2-1 7-31,-5 3-3 0,-6-3 2 0,1 4 3 0,-2-1 4 0,-6 2-10 15,-3 5-8-15,-2 3 4 0,-1 2-9 0,0 2-8 16,4 3 3-16,-5 2-9 0,6 3-31 16,7 1 16-16,1 2-202 0,8 3 170 0,9 0-30 0,3-2-50 15</inkml:trace>
  <inkml:trace contextRef="#ctx0" brushRef="#br0" timeOffset="184541.38">22103 13489 1433 0,'-5'-15'138'15,"8"12"-2"-15,0 0 9 0,0 2-37 0,-3 1-31 16,0 0 14-16,0 0-31 0,0 0-20 0,0 0 11 15,0 0-12-15,0 0-13 0,0 0 0 16,-7 3-7-16,3 3 0 0,1 3 3 0,-1 6-7 16,1-1-8-16,-1 1 3 0,3 4-4 15,-1 2-3-15,0 3 0 0,0 0 0 0,2 1 0 16,-1-2 0-16,-1 0 0 0,2 1-1 0,0-3 1 16,-2-3 0-16,1-2-2 0,0-1 1 0,1-2-5 15,-2-4 3-15,0 2 0 0,0-4 0 16,-2-1-2-16,2 0 1 0,0-2-4 0,-1 0 3 15,1 0 2-15,-1-1-3 0,1-3 2 0,2 0-2 16,0 0 2-16,0 0 1 0,-1 0 0 0,1 0 0 16,0 0 1-16,-1 0 1 0,0 0-3 0,1 0 0 15,0 0 0-15,0 0 1 0,0 0-1 0,8-7-1 16,-1 3 2-16,1 0 0 0,2 0 1 0,0-1 1 16,0 1 1-16,3 0-1 0,0 0-1 15,-1-1 1-15,1 0 0 0,0 3 1 0,-1-3-2 0,0 3-1 0,-1-8 2 16,-1 8-1-16,-3 0 1 0,3-1-2 15,-2 0 1-15,-3 1-1 0,-2 2 1 0,0 0-3 16,2 2 1-16,-2-2-1 0,-3 0-6 0,0 0 4 16,0 0-40-16,0 0-29 0,1 0 24 0,0 0-56 15,0 0-80-15,0 0 37 0,0 0-156 0,12 10 234 16,-8-5-106-16,-4 2-71 0</inkml:trace>
  <inkml:trace contextRef="#ctx0" brushRef="#br0" timeOffset="184875.39">22259 13627 1653 0,'0'0'106'0,"0"0"-19"0,0 0 18 0,0 0-34 16,0 0-32-16,0 0 12 0,0 1-16 16,0 0-13-16,7 15 2 0,-7-8-2 15,0 0 2-15,2 0-2 0,0 2 5 16,1 0 2-16,0 6 0 0,0 0-8 0,2-4-2 16,0 5 6-16,0 0-8 0,-2 2-9 15,3-1 2-15,-3 3-4 0,0-4-1 0,0 1 0 0,0 1-19 0,0-2-34 0,2-3 23 16,0-1-89-1,-2 0-122-15,1-3 76 0,2-1-72 16,1-2-83-16</inkml:trace>
  <inkml:trace contextRef="#ctx0" brushRef="#br0" timeOffset="185926.21">22636 13574 1956 0,'0'0'104'0,"0"0"-24"0,0 0 16 16,0 0-23-16,0 0-24 0,0 1 4 16,0 12-12-16,0-6-8 0,1 2 4 0,1 3-9 15,1-1-11-15,-2 4 4 0,1 0-7 0,2 2-7 0,0 2 2 16,-1-4-1-16,2 1-4 0,1-2 1 0,0 3-1 16,-1-6-1-16,0 1 1 0,2-1 0 15,-2 0-2-15,1-1 0 0,-5 1 1 16,4-1 0-16,-4-2-1 0,4 1 1 15,-3-1 0-15,-2 1-1 0,0-2 0 0,-1 0 0 16,-1-1 0-16,-2-1 0 0,-1 0 0 0,-2-1-1 0,1 0 0 0,-2-2 1 16,0-1 0-16,-2 0 0 15,1-1-1-15,-3 0 1 0,2 0-1 0,1-3 1 16,-3-1-1-16,-1-2 0 0,4 1 0 0,0 1-1 16,1-1 4-16,2 0-1 0,0 0-1 0,0 2-1 0,3 2 1 15,3-3 0-15,-1-2 1 16,1 2-3-16,3-1 0 0,3-3 0 0,1 0 1 0,3 2-1 0,1-2 1 15,0-2 0-15,2 1 0 16,0-1-1-16,1-1 2 0,-3 3-1 0,4-7 0 16,-2 3 1-16,2 2-1 0,-1 1-1 15,0-4 1-15,-1 1 0 0,-1-2 2 0,-1 1 1 0,-3 4-2 16,-2-3 3 0,-2-1 4-16,-1-1-1 0,-2 2 1 0,-1 3 6 15,-1 1-3-15,-2-1 1 0,0 0 2 0,-3 1 0 16,-1 0-4-16,0 2-2 0,-2 1 2 15,-1 0-4-15,-1 1-3 0,2 2 0 0,-3 0-1 16,4 1-2-16,-3 0 0 0,4 1 0 16,-1 2-1-16,1 1 0 0,-1-1 0 0,-1 3-7 15,6 0 3-15,-3 1-40 0,3 0-60 0,0 3 43 16,-1 2-245-16,3 1 233 0,2-3-73 0,2 2-87 16</inkml:trace>
  <inkml:trace contextRef="#ctx0" brushRef="#br0" timeOffset="186759.12">23104 13588 1139 0,'5'-10'172'0,"-2"3"0"0,0-1-17 0,-2-1-17 16,-2 5 16-16,1-2-39 0,-2 2-29 0,-1 0 16 16,-1 2-26-16,0 0-21 0,-1 0 6 15,-1-1-9-15,-2 3-8 0,2 0 3 0,-5 1-7 16,2 1-3-16,-3 1 3 0,-1 0-8 15,2 6-6-15,-2-2 4 0,-2 1-4 0,-2 2-6 0,3 2 3 16,-4 3-6-16,4-1-2 0,-3 5 3 16,0 2-5-16,1-2-5 0,2 3 1 15,-1 2-2-15,4 0-4 0,1 1 1 0,2-1-2 16,3-1-1-16,4-3 1 0,2 4-2 0,4-3 1 16,3-4 0-16,2 0-1 15,1-5 0-15,3 1 1 0,1-3-4 0,0-1-6 0,2 1 5 0,-1-3-6 16,0-5-7-16,1-1 3 15,0-1-3-15,-3-1-1 0,-1-5-2 0,1-2 7 16,-4-1 5-16,0 0-5 0,-1 0 6 16,-2 0 7-16,-1-1-1 0,0 0 1 0,-2 2 4 15,-4 0 0-15,0 1 0 0,-2-1 4 0,-3 1-1 16,-3 0 2-16,-2 4 2 0,-2-1 0 16,-2-1-2-16,1 3-1 0,-2 1 3 0,-3 0-3 15,1 0-1-15,1 1 0 0,0 3-3 16,0-1-1-16,4 1 3 0,1 0-4 15,-1 0-4-15,5 2 2 0,2 1-35 0,2 2-53 16,1-2 38-16,2 2-146 0,0-2-215 0,3 2 133 16,-1-1-118-16,2-3-143 0</inkml:trace>
  <inkml:trace contextRef="#ctx0" brushRef="#br0" timeOffset="187311.05">23238 13710 1647 0,'0'-5'145'0,"0"5"19"16,0 0-50-16,0 0-38 0,0 0 23 0,0 0-39 0,-1 0-31 16,-13 6 9-16,9 3-16 15,0 0-11-15,0 3 3 0,0 0-5 16,0 4-5-16,0-2 1 0,1 4-1 15,1 1-1-15,2-2 0 0,1 0 0 0,1 0 0 0,4-2 0 16,3 0-1-16,1-6-1 0,3 1 1 16,3-2 2-16,-1 0-2 0,1-4 0 0,2-2 1 15,-3-1 2-15,2-2 0 0,1-1 2 16,-1-2 1-16,-1-1-1 0,1-7 3 0,0 0 1 16,-2 2 0-16,2-5 3 0,-4 1 2 0,-3 2-1 15,0-3 5-15,-2 2 6 0,-3 4-4 0,-3 0 6 16,-1-5 8-16,-2 7-2 0,0-1 1 0,-3 2 1 15,-5-2 2-15,0-1-9 0,-1 4-7 16,-3 1 6-16,-3 4-10 0,0 0-11 0,-3 1 4 0,-1 0-6 16,2 5-3-16,-1 0 0 0,0 1-3 15,3-1-17-15,2 3 9 0,0 2-118 16,4 1-187-16,4-2 132 0,2 4-102 0,3-2-150 0</inkml:trace>
  <inkml:trace contextRef="#ctx0" brushRef="#br0" timeOffset="187991.81">23913 13681 1936 0,'0'0'107'0,"0"0"-17"0,0 0 19 0,-1-1-35 15,0 0-36-15,-14-10 14 0,9 18-22 16,-1-1-17-16,0 1 5 0,-2 5-8 0,2-1-6 0,0 3 2 0,2 5-3 16,-1 1 0-16,2-6-1 0,3 5 0 15,1-3-1-15,1-2 1 0,4 0 0 0,1-4 0 16,1-2 0-16,4 2-1 0,1-3 2 16,1-1-1-16,4 0 1 0,0-2 1 0,1 0-2 0,1-4 1 15,0-3 0 1,0-2 1-16,1-2-1 0,-3-1 1 0,-2-1 0 15,0-4 2-15,-2 1 4 0,-2 4-2 16,-2 0 5-16,-1-4 6 0,-4 4-3 0,-4 1 6 16,0-2 8-16,-4 0-3 0,-3 2 6 15,-1-2 3-15,-5-2-2 0,-2 4-7 0,-1-3-6 0,0 2 7 16,-2 5-11-16,0 1-11 0,-2-4 2 16,0 7-4-16,3 3-3 0,2 1 0 0,0 1-1 15,4 1-8-15,1-2 4 0,3 3-38 16,3 3-53-16,2-3 35 0,2-1-212 0,1 5 210 0,4-3-68 15,1 1-77-15</inkml:trace>
  <inkml:trace contextRef="#ctx0" brushRef="#br0" timeOffset="188491.58">24265 13719 1947 0,'2'0'128'0,"1"0"9"0,-3 0-31 0,0 0-26 0,0 0 17 0,0 0-28 0,0 0-27 15,0 0 10-15,1 16-19 0,-4-8-7 16,1 3-1-16,-1 2-12 0,0 1-1 0,2-2 3 16,-1 4-3-16,1 1 0 0,2-2-3 0,2 3 10 15,2-4 5-15,2 0-5 0,2 3 4 16,2-3 7-16,1 0 0 0,2 0 1 0,1-4 0 16,-1 1 1-16,1-4-8 0,-1 2-3 15,2-7 4-15,-1-1-7 0,1-2-8 0,-2-3 2 16,0-2-3-16,0-1-4 0,-2-2 1 0,1-1-1 15,-1-1-3-15,-1-1 2 0,-2 1-1 16,0 0-2-16,-5-2 1 0,0 0 0 16,-2-1 0-16,-2-1-1 0,-2 0 0 15,-3 3 0-15,-4 2 1 0,-1-2-2 0,4-1 0 0,-5 1-1 16,-4-4-2-16,2 6-1 0,1 5 1 0,-2 0-2 16,2 2-2-16,-1-1 0 0,-4 4 1 15,4 1-1-15,0 9 0 0,2-6-14 0,0 3-13 16,0-4 11-16,1 3-45 0,2 4-53 0,3 0 32 15,0 2-86-15,4-2-129 0,1 3 69 0,0-4-63 16,3 5-70-16</inkml:trace>
  <inkml:trace contextRef="#ctx0" brushRef="#br0" timeOffset="188909.9">24679 13814 1342 0,'5'1'79'0,"-2"4"-9"0,-2 0-5 0,-1 2 1 0,0-2-1 0,0 5 9 15,1 2-19-15,-9 1 4 0,7 0 0 16,-1 4 6-16,2 0 6 0,3-1-5 0,-1 4 4 15,1-3 10-15,3-3 1 0,2 1-6 16,2-3 1-16,2-2 1 0,1-7-4 0,3 3-2 0,4-6 2 16,-3-7-14-16,-1-1-8 0,2-3 9 15,-3-3-18-15,1-2-16 0,-1 6 6 0,-2-7-11 0,-2 2-9 16,0 1 3-16,-3-1-4 16,0 1-1-16,-1 2 0 0,-7-2-2 0,0 2 1 0,-5-4 0 15,-4 1-3 1,2 6-2-16,-5-2 1 0,-4-2-1 0,-2 4-4 15,0 0 1-15,-5 1-1 0,2 3-1 0,0 2 0 16,-3 1-2-16,4 3 1 0,3 6-1 0,1 1-1 16,2 2-13-16,2-1 7 0,5 4-122 15,2 1-201-15,4-4 142 0,3-1-109 16,11 1-160-16</inkml:trace>
  <inkml:trace contextRef="#ctx1" brushRef="#br1">18847 10370 0,'0'0'0</inkml:trace>
  <inkml:trace contextRef="#ctx0" brushRef="#br1" timeOffset="-213020.23">15230 6173 697 0,'0'-4'45'0,"0"0"73"0,-1 1 5 0,0-1 57 0,-6-13-60 0,6 14 6 0,1 1 16 0,0-1-25 16,0 3-29-16,0 0 7 0,0 0-17 16,0 0-12-16,0 0 8 0,0 0-17 15,0 0-15-15,0 0 7 0,0 0-12 16,0 0-10-16,-1 0 3 0,0 0-4 0,-10 8-4 0,9-1 1 0,-1 1-3 15,2 2-1-15,-1 0 2 0,0 4-2 0,2 0 1 16,0-1-2 0,0-1-1-16,1 1-2 0,2 1 2 0,3 0-4 0,0-1 0 15,1-2-1-15,0-3-3 0,1 0 0 0,3-2 1 16,1-1 0-16,1 0 1 0,0-3 1 16,1-1-3-16,3-1 4 0,1-1-1 0,-1-5-1 0,2 1-3 15,-2-4 2-15,1-5-6 16,-2 2-4-16,1-4 2 0,-4-1-1 0,0-1-1 15,-4 1-2-15,-1-3 2 0,-2 2 3 0,-1 3-1 16,-3-3 4-16,-2 4 0 0,-2 0 0 0,-2 1 1 0,-3 0 2 0,-2 3-1 0,-1 0 2 16,-1 2 0-16,-2 1-1 15,-4 2 0-15,1 1 2 0,-2 1-1 16,-1 3 5-16,1 0-1 0,2 1-1 0,-3 3-4 16,3 0-1-16,3 3 4 0,1 1-6 15,3 2-19-15,2 3 8 0,2 2-91 0,1-1-122 0,3 3 88 0</inkml:trace>
  <inkml:trace contextRef="#ctx0" brushRef="#br1" timeOffset="-212368.74">15814 6124 300 0,'6'-6'192'0,"-2"0"12"0,-1 1-8 0,-1 0 6 16,2 0-41-16,-3-1 0 0,1 1 17 0,-1 1-33 16,0 0-40-16,0 0 13 0,-1 0-28 15,-2 0-20-15,1 2 11 0,-1-2-20 0,-2 2-16 0,1-1 5 16,-3 1-10-16,0 0-8 0,-1 1 4 0,-1 0-5 15,-2 1-4-15,0 0 1 0,-1 2-5 0,-2 0-1 16,0 1 2-16,-3 1-1 0,2 1-4 0,0 0 1 16,-3 1-1-16,2 1 3 0,3 1-1 0,-1 2 2 15,2-1 2-15,3 4-2 0,1 2 1 16,1-1-2-16,1 4 3 0,2-1-7 16,2 0-7-16,1 2 5 0,1 1-6 0,1-2-5 0,3-1 0 15,1 1-3-15,2-5-5 0,2 1 3 0,3-1-27 16,3-2-24-16,1-5 18 0,2 0-50 15,2-3-56-15,2-1 26 0,1-1-87 16,-1-2-130-16,2-3 65 0</inkml:trace>
  <inkml:trace contextRef="#ctx0" brushRef="#br1" timeOffset="-211927.31">16057 6067 1041 0,'0'-5'294'0,"0"2"-108"0,0-1-114 0,2 1 174 16,-1-1-73-16,1 3 32 0,-2 1-52 15,0 0-62-15,0 0 19 0,0 0-42 0,0 0-26 16,0 0 14-16,0 0-21 0,0 0-17 15,3 8 3-15,-5-2-9 0,1 1-3 16,-4 2 3-16,3 3-5 0,-1-1-4 0,1 3 2 16,0 1 0-16,2 1-3 0,0 1 1 0,1 3-3 15,1-4-5-15,-2 1 3 0,2 0-18 0,1 0-22 16,-1-4 13-16,-1-1-38 0,-1-2-39 0,2 0 20 16,-1 0-47-16,1-4-64 0,-3 1 29 0,1-2-141 15</inkml:trace>
  <inkml:trace contextRef="#ctx0" brushRef="#br1" timeOffset="-211619.96">15896 6053 1250 0,'0'0'216'0,"0"0"-101"16,0 0-72-16,0 0 101 0,0-1-34 0,0 0 25 15,8-11-32-15,-2 10-35 0,0-1 7 0,3 1-15 16,1-1-11-16,1 1 7 0,2-2-13 16,1 2-17-16,0-1 7 0,3 0-11 0,-2 1-11 0,2 0 2 15,-2-1-7-15,1 1-16 0,0 0 8 16,-1 0-59-16,1 0-55 0,-4 1 40 0,0 0-143 15,-2 0-185-15,3 1 103 0</inkml:trace>
  <inkml:trace contextRef="#ctx0" brushRef="#br1" timeOffset="-211406.63">15887 6206 1254 0,'0'0'214'0,"0"0"-94"0,0 0-75 0,0 0 117 16,0 0-52-16,0 0 16 0,9 2-27 15,-2-3-38-15,2 0 12 0,5-1-28 16,-1 2-17-16,3-2 12 0,1 0-18 0,1 2-16 0,1-3 5 16,2 1-39-1,-1 0-52-15,-1 1 35 0,1-2-141 0</inkml:trace>
  <inkml:trace contextRef="#ctx0" brushRef="#br1" timeOffset="-211170.4">16302 6123 1287 0,'0'0'232'16,"0"0"-114"-16,0 0-63 0,1 0 141 15,10-7-134-15,-5 6 26 0,2-1-34 16,1 0-42-16,1 1 8 0,0-1-25 16,1 1-28-16,0-1 18 0,-1 1-87 0,2-1-110 0,-2 0 73 0</inkml:trace>
  <inkml:trace contextRef="#ctx0" brushRef="#br1" timeOffset="-211006.91">16281 6260 974 0,'6'-1'176'0,"1"0"-7"16,1 0-24-16,1 1 21 0,2 0-67 15,0-3-33-15,1 2 33 0,3-2-125 0,1 0-210 0,2 1 122 16</inkml:trace>
  <inkml:trace contextRef="#ctx0" brushRef="#br1" timeOffset="-202067.49">16917 6048 782 0,'2'-3'51'15,"-8"-15"67"-15,8 14 13 0,0 1 64 0,0-1-62 0,1 1 3 16,-1-2 17-16,1 3-17 15,-1-2-23-15,1 1 8 0,0 0-22 0,-1 1-12 0,0 1 9 0,-2 1-20 0,0 0-20 32,0 0 9-32,0 0-15 0,0 0-12 0,0 0 3 15,0 0-8-15,0 1-6 0,-4 11 3 0,-4-10-7 16,1 5-6-16,0 0 3 0,-2 3-6 16,0 2-4-16,2 2 2 0,0 5-2 0,-1 2-1 15,-2 2-1-15,1 2 1 0,-1 2 1 16,2 0-1-16,-2-1-2 0,1-1-2 0,0-2 2 15,0-3-9-15,3-4-10 0,1-2 7 16,1-4-11-16,0-2-14 0,3-2 6 0,-1-1-7 16,2-3-4-16,0-2 0 0,0 0 1 15,0 0 0-15,0 0-1 0,0 0 2 0,0 0 3 16,0-1-1-16,0 0 5 0,-2-18 4 0,4 11-3 16,-2 0 6-16,0 1 9 0,2-2-4 0,-1-2 6 15,2-2 6-15,-1 0-2 0,2-1 2 16,0 1 2-16,1-2 1 0,0-2 4 0,2 2 3 15,-2-2-2-15,1 2 8 0,0-1 10 0,0 2-5 16,0-1 7-16,4 1 6 0,-2 1-1 0,1 1 1 16,-2 0 1-16,1 2 0 0,2 0-1 15,-1 1 0-15,-2 2 1 0,0 1-2 0,-1 0 1 16,-1 1 1-16,2 1-3 0,-1 1-3 0,-1 2 3 16,-1 0-10-16,-1 1-7 0,0 0 6 15,2 2-7-15,-3 1-5 0,2 2 0 0,-3 1-5 16,1 1 2-16,2 3-1 0,-2 0 1 15,1 0-2-15,-2 2 0 0,3 2-4 0,-1 1-7 0,2 0 6 16,-1 2-21-16,-1-1-19 0,0 2 12 16,0 0-24-16,-1-1-30 0,-1 0 11 0,-1 0-27 15,-1-2-32-15,-1-1 15 0,-1-1-31 16,0 0-48-16,-2-2 21 0,0-2-78 0,1 0 195 16,-1-2-103-16,1 1-51 0</inkml:trace>
  <inkml:trace contextRef="#ctx0" brushRef="#br1" timeOffset="-201798.21">16790 6249 1113 0,'-5'-1'203'0,"3"0"-16"0,1-1-19 0,1 2 11 16,0 0-28-16,0 0-39 0,0 0 19 0,7-9-36 0,0 5-29 0,3 2 13 16,1-3-23-16,1 0-20 15,2-1 7-15,1 1-14 0,2 0-15 0,-2-1 6 0,2 2-32 16,-1 0-44-16,-1 1 27 0,1-1-156 0,-2 3-243 16,0 1 158-16,-1-2-128 0,-1-1-177 0</inkml:trace>
  <inkml:trace contextRef="#ctx0" brushRef="#br1" timeOffset="-201352.57">17242 6053 716 0,'0'-4'234'0,"3"0"-1"16,-3 1-15-16,1-1 12 0,2 1-50 16,-1 1-19-16,-2 0 26 0,0 2-59 15,0 0-46-15,0 0 22 0,0 0-35 16,0 0-31-16,0 0 9 0,5 9-18 0,-6-3-8 0,0 2 2 16,-1 3-5-16,-2 0-6 0,1 3 3 0,-3 1-5 15,3 2-3-15,0 1 1 0,-1 2-4 16,0-2-5-16,0 2 2 0,3-2-20 15,-2-1-25-15,2-1 17 0,1-1-40 16,0-3-48-16,0-2 23 0,0-2-57 0,0-2-94 0,2-1 48 16,-2-5-41-16,0 0-46 0</inkml:trace>
  <inkml:trace contextRef="#ctx0" brushRef="#br1" timeOffset="-201081.95">17182 6039 900 0,'0'0'202'0,"0"0"4"0,0 0-12 0,0-1 11 15,0 0-52-15,0 0-11 0,1 0 24 0,10-13-43 16,-4 12-44-16,-1 0 14 0,2 0-29 15,3 0-24-15,-1-1 10 0,3 1-19 0,0 2-17 0,0-2 6 16,2 1-9-16,-2 0-9 0,0 0 3 16,-2 0-28-16,-1 1-30 0,0 0 22 0,-2 0-66 0,-1 0-80 15,-1 0 45-15,0 1-174 0,-1 0 232 16,-1 1-109-16,-1 1-75 0</inkml:trace>
  <inkml:trace contextRef="#ctx0" brushRef="#br1" timeOffset="-200834.69">17258 6098 336 0,'-7'4'185'0,"4"-2"19"0,0 1-1 15,-1 0-16-15,2-2 21 0,1 2-56 16,1 0-9-16,0-1 22 0,0 1-41 0,1-2-35 16,3 3 10-16,0-2-23 0,1 0-21 0,-2 0 11 15,1 0-24-15,3-1-16 0,1-1 7 0,-2 1-11 0,1-1-13 0,2 0 3 16,-2-1-13-1,2 0-14-15,1 0 9 0,-2-2-30 16,1 1-35-16,-1-1 21 0,-1 0-54 0,-1-1-59 0,-1 2 30 16,-1 0-80-16,-4 2-89 0,0 0 43 15,0 0-47-15,0 0-50 0</inkml:trace>
  <inkml:trace contextRef="#ctx0" brushRef="#br1" timeOffset="-200635.19">17217 6261 389 0,'-12'10'188'15,"1"-1"-37"-15,2-2-101 16,-1 2 148-16,4-2-4 0,-1-2 7 0,5 1-35 0,-1-1-27 0,2-2 23 16,1 1-43-1,3-1-39-15,1-1 14 0,2-1-29 0,1 0-22 0,4-1 9 0,-1 0-12 16,6 0-13 0,-2 0 4-16,4-1-9 0,-1-1-7 0,0 0 5 15,3 1-6-15,-2-2-7 0,1 0 1 16,0 1-25-16,0-2-50 0,2 0 31 0,0 0-240 15,0 1 212-15,-1 0-52 0,7 0-76 0</inkml:trace>
  <inkml:trace contextRef="#ctx0" brushRef="#br1" timeOffset="-199983.27">17782 6022 652 0,'2'-3'186'0,"0"-1"-3"16,0 2-5-16,-2-1 2 0,2 1-14 0,-1-1-15 0,-1 3 11 0,0 0-27 0,0 0-24 15,0 0 15-15,0 0-29 16,0-1-25-16,0 1 11 0,0 0-26 16,0-1-23-16,0 1 11 0,0 0-15 0,0 0-15 0,0 0 4 15,0 0-7-15,-3 7-1 0,2 0-1 16,-1 2 0-16,0 0 0 0,1 3-1 0,0 2-1 0,0 1-2 16,1 0 2-16,0 4-2 15,0 0-3-15,1-1 2 0,-1 0-7 0,1 0-10 0,1-2 6 0,0-2-26 16,0-1-16-16,1-2 11 15,-1-3-20-15,0-1-23 0,1 0 4 0,-1-2-23 0,-1-1-24 16,-1-2 16-16,0-2-74 0,0 0-77 16,0 0 48-16,0 0-53 0,-1 0-60 15</inkml:trace>
  <inkml:trace contextRef="#ctx0" brushRef="#br1" timeOffset="-199775.33">17678 6173 934 0,'-6'-1'246'0,"2"0"-87"0,1 0-103 0,-3 0 136 16,4 0-21-16,-1 0 25 0,0-1-41 0,3 2-44 15,0 0 13-15,0 0-29 0,0 0-23 0,0 0 12 16,0 0-23-16,0 0-22 0,0 0 9 0,10-2-16 16,-4 1-15-16,2 1 5 0,3-2-9 0,2-1-7 15,2 0 2-15,3-1-21 0,1 2-30 0,2-3 20 16,3 1-89-16,0-1-113 0,1 0 72 0,1 1-66 15,3-1-84-15</inkml:trace>
  <inkml:trace contextRef="#ctx0" brushRef="#br1" timeOffset="-199468.1">18140 6056 1405 0,'0'0'212'0,"0"0"-38"0,0 0-33 16,0 0 27-16,0 0-41 0,0 0-57 0,0 0 19 0,0 0-34 16,0 1-18-16,-9 14 6 15,6-8-14-15,2 1-13 0,-3 2 6 0,1 1-8 0,1 2-8 0,0 0 3 0,0 2-4 16,0 0-1-16,0 2 2 0,1-1-6 0,0 0-5 0,0-3 3 15,1 1-20 1,-1-2-19-16,1-2 13 0,-1-1-27 16,1-3-34-16,0-1 14 0,0-3-49 0,0-2-62 15,0 0 36-15,0 0-147 0,0 0 226 0,0 0-106 0,0 0-73 16</inkml:trace>
  <inkml:trace contextRef="#ctx0" brushRef="#br1" timeOffset="-199201.85">18075 6066 993 0,'0'0'236'0,"0"0"-88"0,0-1-92 15,1 0 142-15,-1 0-50 0,1 0 20 0,0 0-37 16,0 0-41-16,20-12 16 0,-13 12-34 15,-2-1-24-15,3 1 12 0,1-1-22 16,2 1-20-16,-1 0 7 0,2-1-13 0,1 0-18 16,-2 1 7-16,2-1-45 0,-1-1-49 0,-1 1 34 15,1 0-89-15,-1 0-121 0,-1 0 61 16,-2 0-61-16,-1 0-63 0</inkml:trace>
  <inkml:trace contextRef="#ctx0" brushRef="#br1" timeOffset="-198984.08">18146 6128 535 0,'-5'6'258'0,"1"-1"-16"0,1-2-26 0,0 2 36 0,0-2-88 15,2 2-18-15,0-4 24 0,1 1-36 16,0 0-40-16,0 0 10 0,2 0-25 0,0 0-20 0,2 0 11 16,2-1-21-16,0 2-20 0,0-1 9 0,3-1-15 15,1 1-10-15,-1-2 3 0,2 0-16 16,-2-1-19-16,2-1 12 0,1 1-43 0,-2-2-44 0,0 0 27 15,-1-2-71-15,0 2-98 0,-3-1 50 0,2-2-50 16,-1 2-53 0</inkml:trace>
  <inkml:trace contextRef="#ctx0" brushRef="#br1" timeOffset="-198784.46">18092 6260 884 0,'-7'4'189'0,"1"2"-10"16,3-5-22-16,0 4 16 0,0-2-41 0,2 1-30 0,1-4 23 16,3 4-37-16,0-2-31 0,2 0 9 15,1 2-20-15,1-2-17 0,1-1 9 0,2-1-12 0,1 2-13 16,1-2 3-16,0 0-13 0,1-1-14 0,2-3 10 16,-1-2-47-16,2 3-55 0,2-2 36 0,-2-4-143 15,1 3-154-15,0-3 93 0,3-1-91 16,-1-1-116-16</inkml:trace>
  <inkml:trace contextRef="#ctx0" brushRef="#br1" timeOffset="-198523.23">18473 5714 1385 0,'0'-2'226'0,"2"-2"-32"0,-2 2-32 15,1-1 19-15,-1 3-43 0,0 0-69 0,0 0 26 16,0 0-41-16,0 0-33 0,1 6 10 0,-1 2-15 16,0 1-9-16,-1 5 2 0,-1 2-12 15,0 3-27-15,-1 4 17 0,-1 4-109 16,-2 1-174-16,1 4 116 0,1 2-93 0,0-2-129 15</inkml:trace>
  <inkml:trace contextRef="#ctx0" brushRef="#br1" timeOffset="-198255.51">18425 6256 460 0,'1'-4'359'16,"0"2"-36"-16,-1-1-42 0,1 1 61 16,0-3-148-16,1 3-30 0,-1-1 39 0,1 2-74 15,-2 1-65-15,0 0 23 0,0 0-38 16,0 0-34-16,0 0 11 0,0 0-55 15,0 0-74-15,1 0 47 0,0 0-37 0,0 0-54 0</inkml:trace>
  <inkml:trace contextRef="#ctx0" brushRef="#br1" timeOffset="-197703.05">18829 6082 716 0,'1'-8'223'0,"1"0"2"0,-1 1-13 0,-1-1 13 0,0 0-51 0,-1 1-9 0,-1 1 23 15,-2 0-51-15,-1 1-39 0,-1 1 17 0,-2-1-31 16,1 2-26-16,-2 1 9 0,-1 1-19 16,-2 1-14-16,-1 0 7 0,-2 3-12 15,0 1-8-15,-1 1 3 0,0 3-2 0,-1 1 0 16,2 1-2-16,0 4-2 0,2 1 0 0,3 3 3 15,1 1-8-15,1 2-5 0,2-2 2 0,5 2-7 16,1-1-9-16,3-3 4 0,3 1-32 16,5-4-35-16,4-2 25 0,5-3-73 15,2-2-97-15,3-4 54 0,4-2-203 0,-1-1 274 16,1-1-128-16,0-4-89 0</inkml:trace>
  <inkml:trace contextRef="#ctx0" brushRef="#br1" timeOffset="-197288.25">19082 6032 909 0,'-5'-6'228'0,"0"0"-30"0,2 1-30 0,-3-1 21 15,-1 0-50-15,1 3-64 0,-2-1 31 0,-1 2-51 16,-2-1-35-16,2 2 12 0,-3 1-19 16,0 0-12-16,1 1 2 0,0 1-3 15,1 1-5-15,4 2 1 0,-1 0 0 0,1 0 0 0,2 1-1 16,2 2 0-16,1-1 3 0,1 1-1 15,2 1 3-15,-2-1 0 0,5 1 0 16,0 0 1-16,3-1 4 0,1 0-2 0,1 0 3 16,0-1-1-16,2 0 0 0,2 0-1 15,-3-1 0-15,2 0 0 0,-1 1 0 16,-3-2-2-16,2 0 0 0,0 1 0 0,0-1-1 0,-2 1 0 0,0-1 0 16,-1 2 0-16,-2-2-1 15,1 2 0-15,-4 0 0 0,-1 0 1 0,-1 0 3 0,-1-1 4 16,-2 1-2-16,-3-3 3 15,-1 3 7-15,-2-1-3 0,-3 0 6 0,-2-2 5 0,-2 2-2 16,-2-1 10-16,-2 0 12 0,-1-1-7 16,-4 0 22-16,0-1 18 0,2-2-8 0,-2 1-7 15,3-1 1-15,1 0 11 0,2-1-22 16,3 0-26-16,3-2 11 0,2-2-37 0,3 4-49 16,2-3 27-16,4-2-133 0,1 0-231 0,5 0 146 15,3-3-118-15,1-2-157 0</inkml:trace>
  <inkml:trace contextRef="#ctx0" brushRef="#br1" timeOffset="-196822.62">19432 6193 1264 0,'-2'-4'239'0,"3"2"-234"0,-3-15 126 0,3 15 189 0,-1-1-149 0,1 2-57 15,3-1 0-15,-1 2 11 0,1-2-52 16,1 1-37-16,0 0 12 0,3-1-20 0,1 2-17 16,2-1 6-16,2 0-14 0,0 1-20 0,-1-1 11 15,-2-3-52-15,2 3-47 0,-1 0 32 0,2 1-98 16,-3 1-130-16,-2-1 68 0</inkml:trace>
  <inkml:trace contextRef="#ctx0" brushRef="#br1" timeOffset="-196687.96">19443 6238 728 0,'-13'5'264'0,"4"-3"-84"0,4 1-107 0,0 0 198 16,-1-2-108-16,4 1 19 0,1 0-37 0,4-2-50 15,2 0 19-15,2 0-42 0,4 0-30 0,2-1 15 16,4 0-30-16,1-2-48 0,3 1 21 16,3-1-247-16</inkml:trace>
  <inkml:trace contextRef="#ctx0" brushRef="#br1" timeOffset="-194874.88">19885 6028 1134 0,'5'-5'75'16,"-5"-14"68"-16,4 17 7 0,0-3 114 0,1 2-149 16,-2 0 9-16,0 2 9 0,-3 1-53 15,0 0-38-15,0 0 15 0,0 0-23 16,1 0-15-16,8 6 4 0,-10-1-6 0,2 1-5 15,-1 2 2-15,-2 3-3 0,1 0-1 0,-3 3 0 16,1 1-1-16,-2 1-1 0,1 0-1 16,0 4 0-16,-2-2 0 0,2 0 0 0,-1-1-2 15,1 2 0-15,0-4 0 0,1-1 0 16,1-1 1-16,-1-4-1 0,1 0 1 0,0-4 3 16,2-5-2-16,0 0 3 0,0 0 1 15,0 0-1-15,0 0-5 0,-1 0-3 0,0 0 4 0,0 0-5 16,1 0-6-16,0 0 0 15,0-1-2-15,0 0-2 0,0 0 1 0,0 0-1 0,0 1 0 16,0-1 0-16,0 0 3 16,11-15 0-16,-4 14 0 0,1-1 2 0,-1 0 2 0,2-1 0 15,1 1 2-15,0-2 0 0,0 2 0 16,1-1 1-16,-1 1 1 0,-1 0 0 16,1 1-2-16,-2-2 0 0,-2 2 0 15,0 1 0-15,-1 1-3 0,-2-2 1 0,-3 2-9 0,0 0-14 0,0 0 9 16,0 0-46-16,0 0-56 15,0 0 37-15,0 0-125 0,0 1-166 16,-1 0 93-16</inkml:trace>
  <inkml:trace contextRef="#ctx0" brushRef="#br1" timeOffset="-194623.02">19996 6089 1205 0,'0'0'247'0,"0"-1"-104"0,0 0-92 0,0 0 115 0,0 0-16 15,0 1 31-15,0-1-60 0,0 0-49 0,0 1 18 16,0 0-33-16,-1 0-32 16,0 0 12-16,1 0-15 0,0 0-13 0,-7 8 4 15,7 1-7-15,1 1 0 0,0 3 0 0,1 1-1 16,-1 3-2-16,1 0 1 0,0 1-19 15,0 0-36-15,-1-1 24 0,3 0-104 16,-1-1-139-16,0-2 90 0</inkml:trace>
  <inkml:trace contextRef="#ctx0" brushRef="#br1" timeOffset="-193775.94">20327 6025 933 0,'-3'-1'262'0,"0"0"-102"0,1 0-96 0,-1 1 150 0,0 0-81 0,3 0 36 0,0 0-58 15,0 0-57-15,-1 0 15 0,1 1-25 16,-13 14-19-16,12-8 6 0,0 1-8 15,1 2-8-15,1 1 2 0,1 2-3 0,2 2-5 16,0 0 2-16,2-1-3 0,-1 2-2 0,2-1 1 16,1-1-2-16,-2 0 1 0,1-2-1 15,-1-1 0-15,-1-2-1 0,0-1 1 0,0-2-4 16,-3-1-4-16,0-2 2 0,-2-3-5 0,0 0-6 16,0 0 1-16,0 0-4 0,0 0-9 0,0 0 4 15,0 0 0-15,-9-5-1 0,3 2-2 0,-2-1 6 16,-1-2 8-16,-3 2-7 0,0-2 10 15,1 2 4-15,-1 0 1 0,-1 0-1 0,0 0 2 0,3 2 1 16,0 0 0-16,1 0 1 0,1 1 0 0,2 1 1 16,3-2 2-16,3 2-1 0,0 0 5 15,0 0 4-15,0 0-2 0,0 0-4 0,0 0 4 16,6-11 1-16,1 5 2 0,2 0-4 0,4-2-2 16,2-1-1-16,0 0 0 15,0-1 3-15,3 0-2 0,0 1-3 0,-1 0 0 0,1-2-2 16,-2 3 1-16,-3-2 0 0,2 1 1 15,-1 0 0-15,-2 0-1 0,-2 1 3 16,-3-1 3-16,-2 2-2 0,-2-1 1 16,1 2 0-16,-5 0 1 0,-4 0-3 0,-1 1-2 0,-1 1 2 15,-5-1-3-15,3 2 0 0,-5-1 0 16,-2 2 2-16,3 1 1 0,0 1-2 0,-3 1 1 16,1 1-2-16,2 3 3 0,-2 0-3 15,3 2-3-15,1 1 1 0,0 0-23 16,2 1-46-16,3 0 30 0,0 3-198 0</inkml:trace>
  <inkml:trace contextRef="#ctx0" brushRef="#br1" timeOffset="-193175.75">20712 6032 130 0,'2'-6'208'0,"-1"0"33"0,-1 0-6 0,0 0-16 16,0 0 22-16,-2 0-55 0,-1 2-22 0,-1 0 29 0,-1-1-65 16,-1 2-43-16,-3 1 21 0,-1 1-33 15,-2 1-28-15,0 1 6 0,-2 1-13 16,-2 1-2-16,0 3-1 0,-3 0 3 15,0 0 1-15,2 2-1 0,-2 1-5 16,3 1 1-16,2 2 5 0,3 2-13 16,-3-1-10-16,8 4 7 0,2-1-10 0,2 1-9 0,2 0 2 15,4-1-2-15,0-2-3 0,5-2 1 16,6 1-13-16,-1-4-14 0,4-3 11 0,1-1-18 16,0-1-22-16,1-5 7 0,3-1 0 15,-4-1 3-15,-2-3-9 0,-1-1 23 16,-2 0 23-16,-4 0-14 0,-1-1 19 0,-4 2 14 0,-4 1 0 15,-1-2 5-15,-4 2 9 0,-2 0-4 16,-3 2 9-16,-2-1 6 0,-2 3-3 0,-3 0-4 16,-1 1-2-16,-1 1 8 0,2 3-11 15,-3 0-11-15,2 0 2 0,1 3-8 16,4-1-13-16,3 0 6 0,1 1-97 0,5 1-161 0,4 0 111 16</inkml:trace>
  <inkml:trace contextRef="#ctx0" brushRef="#br1" timeOffset="-192523.37">20828 6042 1429 0,'0'0'251'0,"0"0"-123"0,0 0-79 0,0 0 101 0,0 0-38 0,0 0 38 16,0 0-60-16,0 0-50 0,-11 4 12 15,6 0-21-15,-1 2-16 0,2 2 6 0,-3 0-10 16,1 2-9-16,2 1 2 0,3 1-1 16,-3 0-2-16,2-2-1 0,5 2 3 0,0-2 4 15,4-2-3-15,1 0 6 0,2-3 5 16,1-1-1-16,4-3-1 0,1-1 3 0,-1-2 1 15,1-4-3-15,1-1-3 0,0-3 1 16,-2 0-1-16,-1-2-1 0,-1 0 0 0,-1-1-2 16,-3 1 1-16,-2 0 0 0,-3 1 0 0,-1 2-2 15,-5 0 1-15,-3 1-5 0,-2 1-3 0,-3 2 2 16,-2 1-2-16,-1 1-3 0,-3 1-1 16,-1 2-1-16,0 0 0 0,3 3 1 15,0 1-3-15,1 1-14 0,2 2 9 0,-1 0-129 16,5 2-221-16,6 1 154 0</inkml:trace>
  <inkml:trace contextRef="#ctx0" brushRef="#br1" timeOffset="-191910.39">21359 6131 985 0,'3'-10'229'0,"0"1"-30"0,-2 1-23 15,1 1 19-15,-1 0-29 0,0 2-53 0,-2 0 17 0,-1 2-46 16,-1 1-31-16,-2 0 21 16,-1 2-29-16,-1 0-31 0,-3 2 7 0,0 1-11 15,-1 3-5-15,-1 0 1 0,-3 2-1 16,1 2-3-16,3 2 1 0,-1 1 0 15,3 1 2-15,0 1-1 0,6-2 3 16,2 2 3-16,4-2-1 0,3-3 3 0,2-2 3 0,3 1 0 16,5-3-1-16,0-3 0 15,1-1 0-15,1-4 0 0,1-2-3 0,0-1 1 0,1-3-3 16,-1-1 1-16,-2 0-1 0,0-3-1 16,-2 0 0-16,-2 0 0 0,-2-1 2 0,-1 2 1 0,-4 0-1 15,-2-1-1-15,-3 1 1 16,-2 1 1-16,-5 1 0 0,-1 0 0 15,-3 3-1-15,-3 0 2 0,-1 1 1 0,-2 1-1 0,-2 2-3 16,2 2-1-16,0 1 2 0,-3 1-4 16,4 2-6-16,1 1 2 0,1 1-4 0,0 1-3 15,5 0 1-15,3 0-31 0,3 2-51 16,5-1 35-16,1 0-111 0,5 0-172 0,3-1 101 0</inkml:trace>
  <inkml:trace contextRef="#ctx0" brushRef="#br1" timeOffset="-191570.06">21539 6105 1961 0,'-3'-2'-635'0,"-1"1"873"16,-1 1-52-16,1 0-45 15,-1 1 38-15,1 2-60 0,-2 1-77 0,2 2 23 16,1 1-34-16,0 2-21 0,3 1 4 15,0 3-6-15,1-2-4 0,2 0 0 0,3 2 0 16,0-3 1-16,1-1-1 0,3 0 3 16,0-2 2-16,1-4-2 0,3 1 2 15,1-3 3-15,0-2 0 0,-2 0-2 0,4-3 0 0,-4-1 0 16,0-3-1-16,1 2 0 0,-6-2-1 0,3 0 0 16,-4-2 1-16,1 2 0 0,-3-1 1 15,0-1 1-15,-2 2 0 0,-1-2-1 0,-2 2 2 0,-2-2-1 16,0 1 2-16,-2 1 2 0,-2 0-2 15,-1 1-4-15,-2 2 0 0,1 1 3 0,-3 0-6 16,-2 2-6-16,0 2 2 0,0 2-3 16,-2 1-3-16,1 1 1 0,2 1-3 15,0 3-15-15,2 0 9 0,2 1-73 0,4 3-76 0,2-4 57 16,2 3-184-16</inkml:trace>
  <inkml:trace contextRef="#ctx0" brushRef="#br1" timeOffset="-191210.65">21787 6131 1105 0,'-7'-3'243'0,"1"0"-45"0,2 3-39 16,-1 0 33-16,0 1-59 15,0 1-71-15,3 3 22 0,-1 1-37 0,2 1-28 0,0 2 9 16,1-1-13-16,1 2-10 0,4-1 2 15,0 1 1-15,2-2 1 0,1-1-1 16,1 2-1-16,4-4 3 0,1 0 0 16,2-1 1-16,-1-2 0 0,1-2-1 0,-2-1-2 15,3-2 1-15,-2-3 0 0,-2 0 0 16,-1 0 0-16,-4-2-1 0,1-1 2 0,-4 1 2 0,1 0-1 16,-5-1 1-16,-3 2 6 15,-1-1-3-15,-2-2 9 0,-3 3 4 0,0 0-4 0,-2 0-4 0,-2 2 0 16,-1-2 5-16,0 3-9 15,-3 1-10-15,0 0 2 0,-1 2-8 0,0 1-1 16,0 2-1-16,0 1-1 0,1 3-13 0,1 1 6 0,3 2-134 16,1 1-250-16,4 1 167 0</inkml:trace>
  <inkml:trace contextRef="#ctx0" brushRef="#br1" timeOffset="-190730.88">22333 6033 1309 0,'5'-6'86'0,"-1"-12"69"0,-1 15 4 15,2 0 138-15,-5 1-180 0,0 2 8 16,0 0 11-16,0 0-59 0,0 0-39 0,0 0 14 0,0 0-23 16,-6 7-16-16,3 0 3 0,-3-1-8 15,0 3-2-15,1 1 1 0,-1 3-2 16,1 1-2-16,1 2 0 0,0-1-3 0,-1 2-14 15,4 1 8-15,1 0-53 0,1 2-42 16,0-3 33-16,1-1-56 0,0-4-80 0,1-3 26 16,0-1-120-16,0-1 229 0,-2-2-109 0,-1-5-63 15</inkml:trace>
  <inkml:trace contextRef="#ctx0" brushRef="#br1" timeOffset="-190526.92">22190 6152 783 0,'-4'-5'275'15,"-1"0"-97"-15,1 3-109 0,-2-3 169 16,3 3-72-16,-1 0 34 0,2 1-54 16,2 1-50-16,0 0 13 0,0 0-31 15,0 0-20-15,0 0 10 0,0 0-17 0,0 0-17 0,8 6 7 16,2-4-15-16,1-1-8 16,6 1 4-16,4-1-33 0,2-2-54 0,4-1 35 0,4-2-153 15,2-1-249-15,-1 0 157 0,2-2-132 16,0 1-167-16</inkml:trace>
  <inkml:trace contextRef="#ctx0" brushRef="#br1" timeOffset="-189960.7">23006 5959 1647 0,'-4'-6'164'16,"1"2"-40"-16,-4-1 28 0,2 1-53 0,-4 2-36 0,0-1 16 15,-5 1-26-15,-3 2-19 0,3 1 4 0,-3 1-8 16,0 2-7-16,-5 0 3 16,2 3-4-16,-1 1 0 0,-1 2-2 0,-2 2-2 15,2-1 0-15,1 3 1 0,3 1-3 16,1 0-5-16,5 2 2 0,1 1-5 15,6-2-2-15,4 1 2 0,2 0 0 0,6-2 0 0,1-2-1 16,4-1 0-16,3-2-2 0,4-3 3 16,1-1-13-16,1-3-10 0,0-3 7 0,2-2-4 15,-2-2-8-15,-1-2-3 0,-2-1 10 16,-1-1 10-16,-4-1-6 0,-2 0 9 16,-2 0 9-16,-2-1-2 0,-1 2 2 0,-6-1-1 15,-3 1 2-15,-2 1-3 0,0 0-4 16,-3 1 1-16,-2 0 3 0,-2 2 0 0,-2 1-3 15,1 1-1-15,-1 2 3 0,0 0 1 0,-1 2-3 16,2 1-6-16,2 1 2 0,1 1-5 0,2 0-12 0,3 2 7 16,2 0-77-16,3 1-81 15,2-1 64-15,4 1-53 0,3 0-86 0</inkml:trace>
  <inkml:trace contextRef="#ctx0" brushRef="#br1" timeOffset="-189564.26">23181 6000 1778 0,'-5'-2'133'0,"-1"0"-44"0,0 2-57 0,-1 1 17 0,-2 2-27 16,3 2-15-16,-2 2 2 0,1 2-2 15,1 2 0-15,3 0-2 0,0 2 8 16,1-1 9-16,3 1-6 0,1-1 10 16,4 0 9-16,0-1-2 0,1-3 5 0,1-1 5 0,3-1 0 15,2-1-4-15,0-3-1 0,1-2 4 16,2-1-9-16,-1-3-8 0,0 0 5 0,1-2-9 16,-2-1-6-16,-1-1 2 0,1-1-3 15,-3 1-1-15,-2-1-1 0,0 0 1 0,-3 1 0 0,-2 0 0 16,-3-1-5-1,-1 2-4-15,-3 1 5 0,-2 0-7 0,-2 1-5 0,-1 1 1 0,-5 0-1 16,0 3 0-16,-2-1-2 16,-2 1 3-16,-1 1 2 0,1 2-1 0,-2-1-3 15,3 2-1-15,2 0 1 0,0 4-16 16,3-1-47-16,4 0 30 0,2 2-189 0,2-1 174 0,5 1-44 16,2-2-61-1</inkml:trace>
  <inkml:trace contextRef="#ctx0" brushRef="#br1" timeOffset="-189211.79">23370 6014 2062 0,'-2'7'64'0,"-2"-1"-57"0,2 3 5 15,0 1-8 1,5 1 1-16,0 0 0 0,1 1 2 0,2-1 0 0,2-1 0 0,4 0 3 16,1-2 2-16,1-1 0 15,-1-2 3-15,3-1 3 0,2-4-1 0,-2 0 2 0,0-3 1 0,0-1 1 16,-3-2-1 0,0-1 2-16,-2 0-1 0,0-1 4 0,-3 0 4 0,-4 1-3 0,0-1-2 31,-3-1 0-31,-1 0 5 0,-3 2-7 0,-1-2-8 0,-2 1 4 0,-3 0-9 0,0 2-5 0,-1 0 3 31,-3 2-6-31,-1 0-5 0,-1 1 2 0,-2 2-6 0,-1 0-7 0,2 2 3 0,3 1-44 16,-1 2-71-16,1 2 50 15,2 2-38-15,4 1-57 0</inkml:trace>
  <inkml:trace contextRef="#ctx0" brushRef="#br1" timeOffset="-188896.3">23769 6174 2300 0,'0'0'123'0,"0"0"-20"0,0 0 26 0,0 0-50 16,0 0-37-16,0 0 13 0,0 0-22 0,0 0-23 0,0 0 7 15,0 0-14-15,0 0-21 0,0 0 8 16,0 0-83-16,1 0-103 0,0 0 74 0,15-6-62 15,-6 4-90-15</inkml:trace>
  <inkml:trace contextRef="#ctx0" brushRef="#br1" timeOffset="-188498.3">24068 6040 2137 0,'-3'-2'113'0,"0"0"-67"0,-3 1 20 16,-1 0-32-1,0 2-23-15,0 2 3 0,-4 2-6 16,4 1-6-16,-1 2 1 0,0 1-1 0,2 2 0 0,2 2 0 16,3 1 3-16,0-1 4 0,3 0-2 15,5-1 7-15,0 0 6 0,3-3-3 0,3-1 3 16,3-2 4-16,0-4 0 15,3-2-5-15,1-2-3 0,0-3 3 0,3-2-6 0,0-2-4 0,-2-1 1 16,-2-2-2-16,1 1-1 16,-3-1-1-16,-4 1 3 0,-2 0 2 15,-3 0 0-15,-3 0-4 0,-3 1 1 0,-3 0 2 16,-3 1-5-16,-3 1-4 0,-2 1 1 0,-6 1-1 0,-1 1-1 16,-2 1 0-1,-4 2-2-15,2 1-1 0,-3 1 1 0,2 1 0 0,-2 1-4 0,4 1 1 0,0 2-4 31,4 1-13-31,2 1 7 0,4 1-91 0,3 1-96 0,5-1 71 0,4 2-63 16,6-2-94-16</inkml:trace>
  <inkml:trace contextRef="#ctx0" brushRef="#br1" timeOffset="-188119.48">24400 6036 2050 0,'-7'1'72'0,"2"2"-54"16,-1 2 8-16,5 2-13 0,0 0-5 0,-4 4-2 16,5 1 2-16,0 1 1 0,0 1 0 15,0 1 3-15,1 0 4 0,4 0-2 0,-4-1 7 16,5-3 9-16,3-3-4 0,1 0 6 15,2-3 8-15,2-2-2 0,4-3-2 16,0-2-2-16,1-3 3 0,-1-3-7 0,0 1-8 16,1-3 4-16,-4-2-4 0,0 0-2 0,-6-1 0 15,-2-2-2-15,0 3-1 0,-2-1 1 0,-3 0-3 16,-2 1-3-16,0 1 2 0,-4 0-6 16,-3 0-3-16,1 2 2 0,-1 0-7 0,-5 2-5 15,-1 1 3-15,-6-1-4 0,4 4-3 0,-3 0 0 0,-1 1-2 16,-3 1-1-16,0 2 2 0,2 2-9 15,4 1-25-15,3 3 15 0,-1 0-90 0,4 2-91 16,5 0 65-16,4 2-62 0,3 1-84 0</inkml:trace>
  <inkml:trace contextRef="#ctx0" brushRef="#br1" timeOffset="-187799.11">24668 6087 1984 0,'-5'2'95'15,"2"1"-62"-15,0 1 18 0,1 2-25 0,-1 2-10 0,2-1-1 16,1 4 1-16,3-2 7 0,1 2-2 16,1 0 2-16,2-1 6 0,1 2-1 0,4-3 1 0,-2 0 3 15,3-2-1-15,6-2 1 16,-3-1 1-16,2-1 1 0,-2-2-4 0,1-1-2 0,-2-2 3 0,4-1-5 15,-4-2-2-15,-4 1 0 16,2-1 1-16,-3-2 1 0,0 0-2 0,-2-3-3 0,1 0-1 0,-7-2 3 16,-2 0-6-16,0 0-10 0,-6-1 5 15,-3-2-7-15,6 0-4 0,-12 2 1 0,-3 1-4 0,2 0-4 16,-2 2 2-16,-7 0-4 16,4 1-7-16,-1 4 3 0,-7 1-20 0,7 2-44 0,3 2 29 0,-3 3-231 15,5 3 213-15,6 2-53 16,-1 1-68-16</inkml:trace>
  <inkml:trace contextRef="#ctx0" brushRef="#br1" timeOffset="-186534.34">17596 6802 879 0,'-2'-5'58'0,"-4"-15"74"16,6 17 7-16,1-2 79 0,-1 3-95 0,0 2 5 15,0 0 24-15,0 0-37 0,0 0-39 16,0 0 11-16,0 0-23 0,-1 0-14 0,0 0 5 15,-11 5-6-15,7 1-7 0,1 4 0 16,-2-3-4-16,2 5-1 0,0 2 3 0,3 4-8 16,1 1-6-16,0-1 3 0,1 0-6 15,2-1-4-15,4-1 0 0,2-2 1 0,2-3 2 0,1-3-3 16,1-2 3-16,3-4 2 0,2-2 1 16,2-3-3-16,-1-2-2 0,1-4 3 15,2-2-6-15,-2-2-3 0,1-2 1 0,-2 0-3 16,0 0-1-16,-4-2-1 0,-1-1 2 15,-3 3-1-15,-3 1 0 0,-3 1-2 0,-3-1-2 16,-3 3 3-16,-4-2-6 0,-3 3-4 0,-3 1 0 16,-2 0 0-16,-2 2-5 0,-2 2 0 0,-3-1-1 15,-1 2 1-15,2 3 0 0,-1 0-2 16,0 1-3-16,2 1 2 0,0 1-3 0,4 3-18 16,2 1 9-16,2 1-81 15,2 0-82-15,3 1 62 0,3 3-231 0,4-1 260 0,7-1-118 16,3 0-109-16</inkml:trace>
  <inkml:trace contextRef="#ctx0" brushRef="#br1" timeOffset="-186081.65">18118 6779 1242 0,'5'-8'172'0,"1"-1"-18"0,-3 2-17 0,1-1 10 0,0-1-22 15,-1 1-38-15,0 1 18 0,-1-1-35 16,-1 1-14-16,0 1 7 15,-1 2-11-15,0-1-10 16,-1 2 3-16,-2 0-15 0,0 1-10 0,0 2 9 0,-4 0-11 0,1 0-13 0,-1 2 3 16,-4 0 0-1,2 3 4-15,-2 0-4 0,-2 1 7 0,0 1 7 0,0 2-3 0,-3 1 6 16,0 1 5 0,0 2-2-16,0 0 3 0,0 3 2 15,3 0 1-15,-1 1-6 0,2 0-3 0,3 1 3 0,2 1-10 16,2-1-7-16,5-2 4 0,0 0-6 15,4-2-3-15,4-1 0 0,2-1-12 0,4-4-18 16,2-2 14-16,3-2-44 16,3-3-48-16,0-3 30 0,1-2-51 0,1-3-58 0,0 0 20 0,0-2-107 15,0 1 207-15,-2 1-103 0,0-3-48 16</inkml:trace>
  <inkml:trace contextRef="#ctx0" brushRef="#br1" timeOffset="-185665.78">18511 6727 607 0,'5'-5'274'0,"-1"0"-22"0,-1 2-29 0,2-1 37 0,-1 0-93 0,-1 1-22 0,0 0 32 0,1 1-56 15,-4 2-42-15,0 0 17 16,0 0-40-16,0 0-31 0,0 0 18 0,0 0-19 15,0 0-21-15,0 0 2 0,-2 13-3 16,-1-5 4-16,1 3-3 0,-3 3 2 0,1 2 2 0,0 3 0 16,-2 2-1-16,1 2-2 15,1 0 1-15,-1 2-7 0,0-2-13 0,0-2 9 0,2-1-30 16,-1-1-31-16,3-5 20 0,-1-2-36 16,0-5-38-16,1-1 15 0,0-1-52 15,1-5-78-15,0 0 47 0,0 0-35 0,0 0-49 0</inkml:trace>
  <inkml:trace contextRef="#ctx0" brushRef="#br1" timeOffset="-185399.83">18356 6721 1225 0,'0'0'239'15,"0"0"-103"-15,0 0-88 0,0-1 113 16,5-10-16-16,2 8 28 16,1-1-52-16,0 0-39 0,3 2 11 15,1-2-25-15,2 2-25 0,0-1 11 0,2 1-21 16,-2-1-17-16,2 3 7 0,0-1-10 0,-1 0-8 0,1 1 2 16,-2 0-11-16,0 0-20 0,-1 1 13 0,2 0-50 15,-3 0-53-15,-2-1 34 0,-1 1-112 16,1 0-162-16,-2-1 82 0,0 2-82 0,1 1-94 0</inkml:trace>
  <inkml:trace contextRef="#ctx0" brushRef="#br1" timeOffset="-185201.58">18360 6810 909 0,'-9'3'254'15,"5"-1"-92"-15,2 0-98 0,-1 1 206 16,3-3-111-16,1 3 7 0,3-2-25 0,0 1-30 0,3-2 13 15,3 2-38 1,-2-1-30-16,5 0 18 0,0 0-31 0,1-1-25 16,2 0 7-16,1 0-20 0,0 0-37 0,1-1 20 15,2-1-129-15,-1 0-199 0,1 1 134 16,7-4-108-16,1 1-152 0</inkml:trace>
  <inkml:trace contextRef="#ctx0" brushRef="#br1" timeOffset="-184758.84">18885 6822 1456 0,'0'0'162'0,"0"0"-8"0,0 0-14 0,0 0 6 0,1 0-21 16,0 0-29-16,-1 0 17 0,19-4-35 0,-13 3-29 16,2 0 12-16,4 0-22 0,1 1-20 0,-1-2 9 15,1 2-12-15,0-2-15 16,3-1 5-16,-1 2-40 0,-1-1-48 0,0-1 35 0,-1 0-109 15,1 1-163-15,-2-1 93 0,1 2-84 16,-3-1-97-16</inkml:trace>
  <inkml:trace contextRef="#ctx0" brushRef="#br1" timeOffset="-184583.63">18862 6912 1309 0,'2'2'181'0,"2"0"-7"0,1-1-15 15,1 2 6-15,2-3-30 0,2 0-37 0,3 1 27 0,3-1-52 16,2 0-36-16,0 1 16 0,2-1-29 16,1-1-35-16,1 1 14 0,2-2-126 15,-2 1-243-15,-1 0 161 0,3-2-118 0,-4-2-176 16</inkml:trace>
  <inkml:trace contextRef="#ctx0" brushRef="#br1" timeOffset="-183551.46">19551 6741 1096 0,'3'-5'72'0,"-5"-14"75"16,4 18 7-16,1-2 106 0,-3 3-133 0,0 0 6 0,0 0 28 16,0 0-62-16,0 0-46 15,0 0 20-15,-1 0-30 0,-14 1-28 0,8 2 6 16,-1 3-10-16,0 0-5 0,-2 1 0 15,2 1-1-15,-1 1-2 0,1 0 1 16,0-3-2-16,1 2-1 0,2 2 0 0,2-2 1 0,3-1 0 16,-1 1-1-16,0-3 3 0,2 1 3 15,2-1-1-15,0-1 3 0,1-1 4 16,2-1-1-16,0 0-1 0,1-2 0 0,2 0 2 0,1 0-3 16,-2 0-4-16,3-1 1 0,-2-1-2 0,2 1-2 15,-1 0 1-15,0-1-2 16,0 1-1-16,-1 0 1 0,1 0-1 0,0 1 0 0,-2 0-1 0,0 0 0 15,-1 1 0-15,-1-1 0 16,-1 1-1-16,0 1-2 0,-1 0 1 16,-1 0 0-16,-1 1 0 0,1 1 0 15,0 0 0-15,-1 2 2 0,0 0 0 0,-2 1 2 0,0 0 1 0,0 1 0 0,1 1 0 16,-2-2 3 0,1 3-1-16,-2-2 1 0,1 0 2 0,-1-1-1 0,-1 1 0 0,1-1 1 0,-1 0 1 15,0 0 0 1,-2-4-1-16,2 3 1 0,-1 1-1 15,-1-4 1-15,1 0 1 0,-2 1 0 0,-1-1-1 0,-1-2 1 16,1 2-2-16,-1-4-2 0,-2 1 1 16,-1-1-4-16,-1-2-5 0,-1 1 2 0,0-1-7 15,0 1-11-15,-1-3 5 0,-1 3-17 16,0-3-25-16,1 2 15 0,2 0-43 0,0 0-51 0,3 0 28 16,-1-2-144-16,0 1 190 15,7 0-83-15,2-1-57 0</inkml:trace>
  <inkml:trace contextRef="#ctx0" brushRef="#br1" timeOffset="-183303.61">19503 6736 808 0,'4'-4'217'0,"4"2"-2"0,-2-3-21 0,1 1 32 0,3 0-96 16,-1 1-3-16,2 0 31 0,0 0-47 15,-1 0-51-15,1 0 12 0,3 0-26 16,-1 2-20-16,2-1 9 0,0-1-16 0,2 2-21 16,-1-1 7-16,5 1-54 0,-1-2-74 0,-1 2 50 0,3 1-40 15,-1 0-61-15</inkml:trace>
  <inkml:trace contextRef="#ctx0" brushRef="#br1" timeOffset="-182849.72">19973 6686 1279 0,'0'0'204'0,"0"0"-101"0,0 0-60 16,0 0 108-16,-6 6-57 0,1 0 21 16,0 3-39-16,-2 0-20 0,-1 1 7 0,-1 3-14 15,-2-1-15-15,2 2 7 0,-2 1-14 16,0 0-10-16,1 0 6 0,1 1-8 16,1-2-9-16,0-1 2 0,3 0-2 0,0-2-1 0,2-3 1 15,1-1-1-15,1-2 1 0,0-2-1 16,1-3 5-16,0 0 5 0,0 0-4 0,0 0 0 15,0 0 3-15,0 0 2 0,1 0-4 16,11-7-5-16,-9 1 2 0,0 1-5 0,2 0-3 16,-2-1 2-16,2 0-3 0,-1 1 0 0,2 1-1 15,0-2-2-15,1 2-1 0,1 1 1 16,-1-1-1-16,3 1-1 0,-1 0 1 0,2 2-1 16,-2-1 1-16,1 1-1 0,0 1 1 15,1 0 2-15,-3-1 0 0,2 1-1 16,-1 1 1-16,-2 0 0 0,-1 0-3 0,-2-1-4 15,0 1 4-15,-4-1-24 0,0 0-26 16,0 0 18-16,0 0-61 0,0 0-85 0,0 0 49 16,0 0-46-16,0 0-52 0</inkml:trace>
  <inkml:trace contextRef="#ctx0" brushRef="#br1" timeOffset="-182570.49">20018 6736 1059 0,'0'0'175'0,"0"-1"-10"0,0 0-15 0,0 0 6 16,1 0-14-16,0 0-34 0,-1 0 17 0,0 1-36 0,0-1-25 0,1 0 13 15,-1 0-25 1,0 0-20-16,1 1 7 0,0 0-9 0,7 3-12 0,-6 3 2 15,0 2-6-15,-2 2-4 0,2 3 4 0,-2 2-5 16,2 0-4-16,-3 3 1 0,0 1-2 16,1 2-1-16,-3-1 1 0,1 1-8 0,-1-3-14 0,0-2 10 15,1 1-49-15,0-3-45 0,0-3 31 16,0-1-86-16,2-1-129 0,0-2 67 0,2 1-59 0,-2-2-68 0</inkml:trace>
  <inkml:trace contextRef="#ctx0" brushRef="#br1" timeOffset="-181788">20377 6797 428 0,'9'-6'169'0,"0"1"-47"0,2-1-82 0,-2 0 111 0,0 0 13 0,0 0 5 0,-1 0-9 0,1 0-10 0,-2 1 1 0,-2 0-13 16,-2 1-5-16,2-1 9 0,-4 2-28 0,0 0-24 0,-3 1 14 16,-3-1-28-16,-3 0-23 0,0 3 11 15,-2-1-17-15,-3 0-10 0,0 1 3 0,-3 1-8 16,1 0-2-16,-1 4 2 0,-1 0-7 15,-1 1-8-15,-1 1 5 0,0 2-9 0,-1 2-8 16,0 1 5-16,1 1-5 0,1 1-5 0,2 1 1 16,2 3-1-16,3-2-1 0,2 1 0 0,4 1 1 15,3 0 0-15,3-2-1 0,4 1 1 16,1-3 0-16,3-2 0 0,5 0-2 0,1-4-3 16,2 0 2-16,3-2-6 0,-1-2-8 0,2-4 4 15,1 0-3-15,0-3-3 0,-2-2-1 0,0 1 7 16,-1-1 6-16,-7-2-5 0,2 1 10 15,-5 2 7-15,-2-4-1 0,-5 2-2 16,-2 1 1-16,0 0 3 0,-6-1-4 0,-1 0-5 16,-2 0 1-16,-3-1-1 0,-1 2-2 15,-1 1 1-15,-3 1 0 0,-1-1 1 0,2 2 0 16,1 1-2-16,2 1-3 0,2 1 2 16,1 1-12-16,4 1-40 0,2-2 23 0,3 4-97 0,2-1-131 15,4 1 84-15,4 2-76 16,1 0-100-16</inkml:trace>
  <inkml:trace contextRef="#ctx0" brushRef="#br1" timeOffset="-181418.14">20576 6820 1344 0,'0'0'165'0,"0"0"-50"16,0 0-37-16,0 0 31 0,0 0-34 16,0 0-61-16,4 10 10 0,-4-2-19 0,0-1 2 0,0 6 0 0,0-3-2 15,1 4-1-15,2-1 0 0,0-2 1 0,3-1 2 16,0 0-1-16,1 0 7 16,2-4 12-16,1 1-7 0,1-4 18 15,0-3 15-15,0 1-8 0,2 0 5 0,-2-2 3 16,2-5 4-16,0 0-11 0,0-1-14 0,0-5 8 0,0 3-12 0,0-2-10 15,-2-3 3-15,-1 1-3 0,-2-1-2 0,-2 2 0 16,-4 0 0-16,1 1-1 0,-3 0 0 16,-3 1-3-16,-2 1-3 0,-2 1 2 0,0 1-4 0,-4 1-3 15,1 3 0-15,-5 0-2 16,0 2-2-16,-1 1 1 0,-1 3-3 0,-1 1-2 0,-1 2 2 0,0 1-11 0,3 2-48 0,0 2 30 0,3 1-236 31,5 1 209-31,5-1-45 16,5-2-67-16</inkml:trace>
  <inkml:trace contextRef="#ctx0" brushRef="#br1" timeOffset="-180670.58">21190 6829 672 0,'4'-6'44'0,"0"2"92"0,-1 1 8 0,0-1 54 0,-6-13-45 16,3 17 7-16,0 0 22 0,0 0-47 0,0 0-37 16,0 0 17-16,0 0-25 0,-10-4-28 0,3 5 8 0,0 1-15 15,-2 0-7-15,-2 2 3 0,1 2-6 16,0 1-5-16,1 0 1 0,-2 4-7 0,3 0-7 0,0 3 6 15,-2-3-8-15,4 1-8 0,2 3 3 16,0-1-5-16,3 0-2 0,1 0 0 0,2-1-1 16,3-3 1-16,4-1-1 0,6 1 0 15,-2-4 1-15,4 1 1 0,6-3-2 0,-2-4-1 0,3-1 2 16,2-2-5-16,0-2-2 0,-3-3 2 16,5-1-4-16,-3-1-3 0,-5-4 1 0,2 1-1 15,-4-2 0-15,-3 1-1 0,-3-3 2 16,-2 2 2-16,-4-2-1 0,-3 1 0 15,-3 0 0-15,-3 3 1 0,-3 0-3 0,-1 3-1 16,-5 0 0-16,-2 2-2 0,-3 1 0 16,-2 2 0-16,-2 2-1 0,0 1 2 0,-3 2-1 0,-1 0 0 15,3 1-1-15,2 3 1 0,0 0-2 16,5 1-2-16,3 1 2 0,0 3-14 16,6-1-30-16,3 3 19 0,3 0-85 15,0 1-97-15,8 1 63 0,4-1-62 0,5-2-77 0</inkml:trace>
  <inkml:trace contextRef="#ctx0" brushRef="#br1" timeOffset="-180240.61">21526 6807 1244 0,'2'-2'203'0,"0"-1"-35"0,-3 1-32 0,1 0 23 0,0 2-42 0,0 0-63 0,-1 0 22 0,-12-1-32 16,8 4-26-16,1 2 7 16,-1 2-11-16,1 1-5 0,-1 3 0 0,1 1 1 0,2 2-2 15,0 0 0-15,0 2 6 16,1-1 5-16,2-2-3 0,2 0 5 0,3-2 7 0,4-1-1 16,-1-3 2-16,3-1-1 15,1-1 1-15,2-3-5 0,0-2-5 0,3 0 4 16,2-1-5-16,-2-3-7 0,0-1 3 15,1-3-4-15,-1-1-3 0,-2 0 1 0,-1 1 0 16,-4-3-2-16,-2 0 0 0,-1-1-1 16,-3 1 1-16,-2 0 0 0,-3 0 0 0,0-1-1 15,-1 0 0-15,-3 1-1 0,-1 0-1 0,-3 0 0 16,-1 1-1-16,-3 1-2 0,-2 2 0 0,-2 0 0 16,0 1 0-16,-3 3-1 0,-1 1-1 15,2 1-1-15,0 1 2 0,0 3-1 16,2 0 0-16,3 3 0 0,2 2-2 0,5 1-13 0,1 3 9 15,3 0-79-15,1 1-92 0,5 1 68 16,3 0-60-16,6 0-83 0</inkml:trace>
  <inkml:trace contextRef="#ctx0" brushRef="#br1" timeOffset="-179888.27">21863 6876 1494 0,'0'0'223'16,"0"0"-112"-16,0 0-69 0,0 1 98 15,-3 12-54-15,3-5 29 0,0-1-47 0,0 1-41 16,0 0 12-16,4 0-16 0,0 1-10 0,5-1 1 16,0-1-1-16,1-1 0 0,3-2 1 15,2-1 0-15,1-3 0 0,-1 0-1 0,4-2 2 16,-2-2-1-16,0-2-1 0,-1-3 0 15,0 0-2-15,0 1 2 0,1-2-1 0,-4-1-1 0,-3 0-1 0,1 0 5 16,-4 0 2-16,-1 1-1 0,-3-3 2 16,-2 2 4-16,-3-1-1 0,0 0 2 0,-5 0 0 0,-1 0 0 15,-3 0-2-15,-2 1-3 16,-1 3 3-16,-6 0-8 16,-2 1-7-16,0 2 5 0,-2 2-6 0,-1 1-7 15,-1 3 2-15,0 3-3 0,1 0-5 0,5 4 2 16,0 2-77-16,2 2-113 0,2 1 82 15,3 2-63-15,4-1-98 0</inkml:trace>
  <inkml:trace contextRef="#ctx0" brushRef="#br1" timeOffset="-179176.06">17089 6704 1044 0,'0'-7'201'0,"0"2"-197"0,-8-13 106 16,8 15 150-16,0 3-105 0,0 0-58 0,0 0 5 15,0 0-2-15,0 0-32 0,0 0-25 16,1 9 4-16,0 1-7 0,1 2 2 0,0 4 0 0,-1 1-1 15,3 4-3-15,0 4 4 16,0 2-12-16,1 3-7 0,0 1 6 0,0 2-9 0,1-4-9 16,1 0 1-16,-2-3-8 15,2-5-7-15,0-3 4 0,1-3-15 16,0-4-20-16,-2-4 10 0,0-1-29 0,-3-3-36 16,0-2 19-16,-1-3-70 0,-2-2-88 0,-2-2 50 15,1-2-46-15,-4-2-58 0</inkml:trace>
  <inkml:trace contextRef="#ctx0" brushRef="#br1" timeOffset="-177842.67">17096 6698 800 0,'-2'-4'131'0,"1"0"-61"0,1-1-42 0,0 1 73 16,0 0-36-16,3-2 7 0,-1 0-5 0,2 0-13 15,-1-2-1-15,3-1-6 0,1 1-2 0,0-1 5 16,4-1-5-16,0 2-4 0,1 1 1 0,3-1-1 16,-1 4 1-16,3-2 0 0,1 1-4 15,0-1 1-15,0 1 1 0,1 2-1 0,0-2-4 16,2 0 1-16,2 0 1 0,-1 2 4 0,0-1-2 16,3 1-1-16,1 3 2 0,0-2 2 0,1 1-5 15,0 1 2-15,1 1 0 0,0 1-3 0,0-1 0 16,-2 1 0-16,-1 0-4 0,0 0-3 15,-1-1 4-15,2 3-7 0,-2-3-5 0,0-1 3 0,3 4-7 16,-1-3-2-16,-1 1 2 0,4-2-6 16,0 1-2-16,0-2 1 0,2 1-3 0,0 0-2 0,0 0 1 15,3 0-2-15,4-1-1 0,0 1 1 16,4 0-1-16,-1 0 0 0,2-1 0 0,5 0-1 16,-3 0 1-16,1-2-1 0,0 3 0 15,-3-3 0-15,0 1 0 0,1 1 0 16,-3 0 0-16,-3 1 0 0,2-1-1 0,-4 2 1 15,-2 0-1-15,3 0 2 0,-4 0 1 16,-1 1-1-16,2 1-2 0,1-2 3 0,-2 1 0 0,1-2-1 16,0 1 0-16,-2-1-1 0,3 0 0 15,-3 0 0-15,0 0 1 0,0 0-2 0,-2 0 0 16,2 1 1-16,-3-2-2 0,1 1 1 16,0 0-1-16,0 0 1 0,-2 2-1 0,-1-1 0 0,3 1 1 15,-4 1-1-15,1 1 1 16,1-2-1-16,-3 1 1 0,2 1 0 15,2-3 0-15,-1 0 1 0,0 1-2 16,0-1 2-16,1-2 0 0,-2 0 0 0,2-1 0 16,-2 0-1-16,-2-1 0 0,1 0 1 0,-2 1 0 15,1-2-1-15,1 2 0 0,-3-1 1 0,1 0-1 16,2 1 1-16,-2-1-1 0,0 0 0 0,-1 0 0 16,1-1 0-16,-2 1-1 0,2 0 1 0,0 0-1 15,-3 0 1-15,-1 0-1 0,0 0 0 0,1 1 0 0,-1 1 0 16,0 0 0-16,-2 0 0 0,1 0-1 15,-1 0 0-15,0 1 0 0,3 0 1 16,-2 1 0-16,-3-1 0 0,5 0 0 0,-1 0 0 16,1 0 1-16,0-1 0 0,0 0 0 0,-1-1-1 15,2 1 1-15,0-2 0 0,-3 1 0 0,2 1 0 16,-1-1 0-16,-1 1 0 0,1-2 0 0,0 3-1 0,-1-1 0 0,0 1 0 16,2-2 1-1,-3 0-1-15,2 1 1 0,1 1 0 0,1 0-1 0,-2-2 0 16,3 1 0-16,-1 0 1 0,0 1 0 15,2-1-1-15,0 0 0 0,2 0 1 16,-1 1 0-16,-1-2 0 0,2 1 1 0,1-2-2 0,-2 2 1 16,2-2 0-16,-2 1 1 0,0 0-1 0,0-1 0 15,-1 1 0-15,-1 1 0 0,0 0 0 16,0-1 0-16,-2 2 0 0,2-1 0 0,-2 0-1 16,0 1 0-16,2 0 0 0,1 1 0 0,-3 0 0 0,5 0 1 15,-1 0-1-15,-1 0 0 0,2 0 0 16,0-1 1-16,-1 0 0 0,0 0 0 0,1 0-1 0,-2 0 0 15,1 0 1-15,-1 0 0 0,-3 0 0 16,3-1-1-16,-3 0 1 0,0 0-1 0,2 1 0 0,-3-1 0 16,0 1 0-16,3 0 0 0,-1 0 0 15,-2 1 0-15,1 0 0 0,0 0 0 16,-1 0 0-16,-1 0 0 0,1 0 2 0,-2 0-1 0,0 1-1 16,-4 0 0-16,0-2 0 0,-1 1 0 0,-2 0-1 0,-1 1 1 0,-1-1-2 31,-1 1 2-31,-2-2 0 0,2 2 0 0,-3-2 1 0,1 2-1 0,-1-1 2 0,2 0 0 31,-1 0 0-31,-2-1 2 0,3 0 0 0,-2 0-1 0,3 0 0 16,-2 0-1-16,1 0 1 0,0-1-1 15,-1 0-1-15,1 1-1 0,0 0 0 16,0 0 0-16,-1 0 0 0,1 0-1 0,-1 0 0 0,-4 1 0 16,2 0-2-16,2 1 2 0,-4 0-1 0,-1-1 2 15,2 2 1-15,-2 0-1 0,-1 1 0 16,3 1 4-16,-2-1-1 0,1 2 4 0,-2 0 1 15,0 0-2-15,1 1 2 0,0 0 3 0,1-2 1 16,-1 3-2-16,1 0 1 0,-2 0 0 16,0 3 1-16,0 0 3 0,0 0-1 0,2 3 1 15,-2 0 3-15,1 2 0 0,0 2 2 16,0 0 2-16,-1 3-1 0,0 4 0 0,-2 2 3 16,1 2-1-16,-1 3 0 0,-1-1-2 0,0 2 1 15,2 1-4-15,-1-2-2 0,3-3 1 0,0 2-4 16,1-5-3-16,0-2 1 0,1 0-2 15,2-3-3-15,0-3 1 0,0 0-3 0,-1-1 0 16,-1-4 0-16,0 0-1 0,1-3-5 0,-2-2 2 16,0-3-47-16,-2-5-68 0,0 0 49 0,0 0-344 15,0 0 315-15,3-8-88 0,-2-2-112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5-07T16:21:16.87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5351 12721 2730 0,'28'-34'29'0,"1"0"-5"15,-1-1 0 1,-6 7-14-16,1 3-1 0,-6-2 0 0,-5 7 2 15,-2 2 1 1,-6 8 1-16,-1 2 0 0,-3 8 2 16,0 0-1-1,0 0 3-15,-1 0 0 0,0 1-4 16,0 0 2-16,-13 25-3 16,13-12-1-16,1 5-2 15,1 2 1-15,0 6-2 16,1 0-2-16,-1 3-2 15,-1 0-5-15,-1 0-11 16,-2-3-5-16,0-4-18 16,0-2-11-16,0-7-37 0,1-3-21 15,3-6-76 1,3-3-75-16</inkml:trace>
  <inkml:trace contextRef="#ctx0" brushRef="#br0" timeOffset="447.56">5705 12607 1665 0,'-1'0'156'0,"-7"13"-41"0,7-2-14 0,1 4-16 16,-2-1-1-16,2 4-6 15,0 0-3-15,3-1-11 16,1 0-6-16,3-4-7 16,1-2-4-16,6-4-12 0,1-5-5 15,3-5-10 1,2-4-3-16,2-8-3 0,1-2 0 15,-1-6-4 1,-3 1 0-16,-3-2 0 16,-3 0 1-16,-9 4 0 15,-4 0 3-15,-9 7 14 16,-5 2 3-16,-6 6 6 16,-3 2 2-16,-4 6 5 15,1 2-2-15,2 4-2 16,3 1-4-16,5 4-35 15,4 0-26-15,8 2-93 0,4-1-103 16</inkml:trace>
  <inkml:trace contextRef="#ctx0" brushRef="#br0" timeOffset="818.26">6001 12658 1627 0,'-6'18'59'0,"5"1"-36"0,1-1-4 0,8-4-2 15,3 0 6-15,5-7 15 16,2-2 10-16,4-7 15 16,1-3 7-16,2-6 13 15,0-4 4-15,-4-3 1 0,0-4-1 16,-6 0-5-16,-5 1 1 16,-7 1 4-16,-5 3-2 0,-11 5 3 15,-4 3-3-15,-8 9-6 16,-2 3-6-1,-2 8-16-15,2 2-13 0,6 4-77 32,4 1-74-32</inkml:trace>
  <inkml:trace contextRef="#ctx0" brushRef="#br0" timeOffset="1613.72">6735 12507 2653 0,'-10'14'181'0,"-1"5"-71"0,-5 3-27 16,-2 4-39-16,0 3-12 15,2 1-13-15,0 0-5 0,5-6-7 16,3-3-7-16,6-6-2 16,3-3-2-16,6-7-4 15,3-5-4-15,2-3 5 16,1-5-1-16,0-6 1 15,0-2 0 1,-3-5 5-16,0-2 0 0,-4-1 3 16,-4-1 1-16,-2 4 0 15,-1 2 1-15,-5 4-2 0,-1 5-1 16,-1 5 0 0,0 5-1-16,0 6-2 0,2 4 2 15,4 2-3 1,2 3 0-16,5-1 3 15,4-1 1-15,9-2 0 16,2-3 2-16,5-5 2 16,2-4 1-16,4-8 2 0,0-4 0 15,0-5 1 1,-4-1 3-16,-5-1 7 0,-3 1 4 0,-7 3 1 16,-5 3 0-1,-8 6 4-15,-3 5 3 0,-7 5 0 16,1 4-5-16,-2 6-8 15,0 2-5-15,4 5-3 16,2 3-4 0,5 2-35-16,3 0-34 0,4 0-127 0,3-1-149 15</inkml:trace>
  <inkml:trace contextRef="#ctx0" brushRef="#br0" timeOffset="2016.31">7409 12458 2042 0,'0'-5'221'0,"0"5"-19"15,0 0-46-15,0 0-23 0,-11 15-37 16,3 3-18-16,-2 8-27 16,-1 1-12-16,0 6-18 15,1 1-17-15,2-2-43 16,2-2-27-16,3-6-90 16,1-4-96-16</inkml:trace>
  <inkml:trace contextRef="#ctx0" brushRef="#br0" timeOffset="2280.31">7162 12499 2139 0,'10'-8'207'16,"8"0"-63"-16,3-1-25 16,9 1-40-16,3-1-14 15,7 0-36-15,2 0-24 0,2 0-71 16,-2 1-55 0,-5 2-206-16</inkml:trace>
  <inkml:trace contextRef="#ctx0" brushRef="#br0" timeOffset="2447.03">7241 12564 1766 0,'-3'17'186'0,"5"-3"-28"0,9-4-48 31,4-2-17-31,8-5-50 0,4-3-31 0,7-5-95 31,1-5-96-31</inkml:trace>
  <inkml:trace contextRef="#ctx0" brushRef="#br0" timeOffset="2726.53">7696 12430 2479 0,'-29'7'274'0,"18"0"-107"16,-1 1-36 0,-1 3-44-16,2 3-17 0,1 2-31 15,2 3-13 1,3 1-16 0,1 2-6-16,4 0-5 0,0 2-2 0,3-2-2 15,1-1 1-15,2-2-3 16,1-3-4-16,1-3-7 15,2-1-6-15,0-6-18 16,1-3-14-16,3-5-50 16,1-2-41-16,1-5-157 15</inkml:trace>
  <inkml:trace contextRef="#ctx0" brushRef="#br0" timeOffset="2897.64">7523 12548 2644 0,'35'-12'-107'0</inkml:trace>
  <inkml:trace contextRef="#ctx0" brushRef="#br0" timeOffset="4943.79">8519 12284 1500 0,'-5'3'110'0,"0"-2"-6"16,0-1 5-16,3 2-14 0,-1-1-6 0,0 0 7 0,3-1-19 15,0 0-16-15,0 0 9 0,0 0-10 16,0 1-6-16,0-1-1 0,0 1-1 16,0-1 4-16,0 0 0 0,10 4-8 15,-2-7-5-15,1 0 6 0,5-2-12 0,1-2-13 0,3-2 6 16,2-2-10-16,1-1-7 0,4-3 3 16,0-5-5-16,4 1-3 0,-1-2 1 15,3 0-3-15,0 3-1 0,-1-1 0 16,0 0-5-16,-2 4-4 0,-4 3 2 0,-2 1-15 0,-3 3-21 0,-5 2 12 15,-2 0-49 1,-4 2-52-16,-3 3 32 0,-1-1-51 0,-4 2-86 16,0 0 34-16,0 0-36 0,0 0-25 0</inkml:trace>
  <inkml:trace contextRef="#ctx0" brushRef="#br0" timeOffset="5378.03">8910 11898 1708 0,'0'0'165'0,"0"-1"-24"0,1 0 11 0,0 0-28 16,0-1-24-16,0 1 14 0,0-1-26 15,-1 0-20-15,1 0 9 0,1 1-19 0,24-25-15 16,-19 24 7-16,0 0-14 0,1 2-14 0,0-2 6 16,3-1-11-16,0 2-10 0,1 1 3 0,1 0-3 15,1 1-4-15,0-1 1 0,1 1-3 16,0 1-1-16,0 2 1 0,0 1-1 16,0 1-2-16,-3 0 0 0,0 2 0 0,-1 1-1 0,-2 1 1 15,-1 0-1-15,-3 2 3 0,-2-1-1 16,-1 0 1-16,-2 2 2 0,-1-2-1 15,-3 1 1-15,-1 1 0 0,-2-1 0 0,-2-2 0 16,-1 0-1-16,-1 1-1 0,-1-2-3 0,0 1-11 0,-1-2 6 16,0 1-33-16,2-2-32 15,1-1 21-15,0-1-58 0,1 0-78 0,2-2 39 16,1-1-216-16,4 0 280 0,2-2-113 0,0 0-86 16</inkml:trace>
  <inkml:trace contextRef="#ctx0" brushRef="#br0" timeOffset="6275.21">9729 11715 1702 0,'0'-1'134'0,"0"0"13"0,7-28-27 0,-3 25-15 0,1-1 7 0,2-2-22 0,0 3-19 0,2-1 11 16,0-1-22-16,1 0-19 0,1 2 8 0,1 1-19 15,0 1-13-15,-2 0 7 0,-1 1-12 16,-1 1-11-16,0 1 4 0,-2 1-6 15,-1 2-4-15,-1-1 0 0,-1 1 3 0,-3 2 2 16,0 0-2-16,-2 1 2 0,-1-2 4 0,-2 2 1 0,-1-1-1 16,-2 1 0-16,1-2 1 0,1 1-3 15,0 0 0-15,1-2 0 0,-1 1 0 0,2 1-2 16,1-2 0-16,0-1 0 0,1 2 0 0,1-2 0 0,-1 1-1 16,1-2 0-16,0 1 0 0,1-1-1 15,0-2 1-15,0 0 0 0,0 0 1 0,0 0 2 0,1 0-1 16,0 0 1-16,13 4 3 0,-7-4 0 15,1-2-2-15,1 1-1 0,1 0 1 0,1 0-1 16,-2-1-1-16,1 1 0 0,1 0-1 0,-1 0 0 16,-2 1 1-16,1 0-1 0,-3 1-3 0,1 1 2 0,0 0-1 15,-2 1-1-15,2 1 1 0,-5-1-1 16,3 3 2-16,-1 0-1 0,0 1 2 0,-3 2 1 0,1-1 0 16,-1 3 0-1,-3-2 2-15,1 1 0 0,-2-1 0 0,0 2-1 0,-1-3 1 0,0 0 0 0,-1-1 0 16,0 0 0-16,-2 0 1 15,2 0 0-15,-2-2 1 0,-2-2-1 16,2 2 0-16,-1-2 0 0,-2-1 0 0,2 0 1 16,-2-2-1-16,0 1 0 0,0-1 1 0,0-1-1 0,0 1 1 15,0-4-2-15,1 3 1 0,0-1-3 16,0-1 1-16,2 1 0 0,0 2-1 0,2-3-1 16,0 0 1-16,2 3-8 0,-1-2-22 0,2-1 15 15,1 1-80-15,1 1-78 0,0 1 56 16,0 0-212-16,1 0 242 0,11-4-111 0,-4 2-96 15</inkml:trace>
  <inkml:trace contextRef="#ctx0" brushRef="#br0" timeOffset="6675.18">10097 11777 1890 0,'0'0'103'15,"0"0"-36"-15,0 0 11 0,-1 0-15 0,0 1-18 0,-9 14 4 0,9-6-10 16,0-2-5-16,0 4 3 0,1-1-7 16,0 1-5-16,0 1 2 0,2-1-2 15,-1 0-3-15,2-3 0 0,1 1-2 0,1 0 1 0,1-3 1 16,2-1-2-16,1-1-2 0,1-2 1 15,1-1-2-15,1-3-2 0,1-1 2 0,1-5-4 0,-1 0-3 16,3-1 1-16,0-3-1 0,0 0-3 16,-1-1 1-16,0-1-2 0,-3 1 1 0,0 0 0 15,-1 1 3-15,-4 1 2 0,-2 0-2 0,-4 2 6 16,-1 0 7-16,-2 1-3 0,-2 1 5 16,-4 1 4-16,-2 1-1 0,-3 1 0 0,-1 0-3 15,-1 1 2-15,-1 1-7 0,-3 1-6 0,2 1 3 16,0 0-6-16,1 2-7 0,3 2 2 0,0 0-6 15,2 1-10-15,2 1 4 0,3 1-77 16,1 2-109-16,4-1 77 0,3 4-62 16,3-5-93-16</inkml:trace>
  <inkml:trace contextRef="#ctx0" brushRef="#br0" timeOffset="7459.57">10666 11708 2324 0,'5'-2'106'0,"-3"0"13"0,-2 2-35 0,0 0-30 0,0 0 18 0,-4 8-25 16,0-2-26-16,-2 2 6 0,-1 2-10 15,-2 1-8-15,1 3 4 0,-2 2-5 0,1 0-6 0,1 1 2 16,0 2-1-16,2-2-2 0,0 1 0 0,1-3 0 16,3 0-1-16,-1-3 0 0,3-1 0 0,1-3 1 0,1-3-1 15,0 3 1-15,2-7 0 0,0 2 0 16,0-3 3-16,2 0-1 0,-2-2 0 0,0-1-3 16,1-3-2-16,0-1 2 0,1 1-1 0,-2-3-5 15,0-2 0-15,-2-2 1 0,1 0 1 0,-2-1-1 0,0-1 2 16,-1 0 2-16,0 1-1 15,0 0 1-15,0 1 1 0,-2 1 0 0,0 1 0 16,2 2 0-16,0 2 1 0,0 1-1 16,-3 1 1-16,2 0-1 0,1 5 0 0,0 0 0 0,0 0 0 15,0 0-1-15,-1 0 0 0,0 0 1 16,0 0 0-16,0 0 1 0,0 0-1 0,1 1 2 16,-1 0 1-16,-9 15 0 0,12-11-1 0,0 0 1 15,1 1 0-15,2 0 0 0,0-1 1 0,3 1-1 16,-1-2 1-16,4 0 0 0,1 0 1 0,2-2-1 15,1-1 1-15,1-1 0 0,1-2 0 16,-1 0-1-16,2-2 0 0,-3-2 0 0,-1 0 1 0,-2-1-1 16,1 0 0-16,-3 1 1 15,-1-1-1-15,-1 1 3 0,-3 1 3 0,-1 1-2 0,-3 0 2 16,-1 4 3-16,0 0 0 0,0 0-3 16,0 0-2-16,0 0 3 0,-1 0-4 0,1 0-5 0,-1 0 2 15,0 0-2 1,-21 7-2-16,18-1 0 0,0 0 0 0,0 1-2 0,2 1 1 0,-1 3-1 31,2-2-4-31,1 2 2 0,1 2-29 0,2 0-40 0,0 2 29 0,1 1-142 16,1 0-247-16,2 2 154 15,2 1-124-15,-1-2-163 0</inkml:trace>
  <inkml:trace contextRef="#ctx0" brushRef="#br0" timeOffset="7856.05">11309 11692 1867 0,'1'-5'178'0,"0"2"-18"16,-1 0 18-16,0 3-46 15,0 0-31-15,0 0 20 0,0 0-50 0,0 0-38 16,0 0 20-16,0 0-24 0,-4 3-25 0,1 4 2 15,0 3-5-15,0 2 2 0,0 2-1 16,1 3 0-16,0 1-3 0,1 1 1 0,-1 0-22 16,0 1-26-16,2-1 18 0,0-1-49 15,0-2-56-15,1 0 28 0,2-4-62 16,-2-2-89-16,0-3 41 0,0 0-38 0,-1-4-40 16</inkml:trace>
  <inkml:trace contextRef="#ctx0" brushRef="#br0" timeOffset="8074.3">11174 11709 2034 0,'11'-5'125'16,"1"-1"-33"-16,1 0 18 0,3 0-32 0,-2 0-32 15,4 0 11-15,0 0-23 0,2 0-15 0,-2 0 8 16,1 1-27-16,-2 1-42 0,-1 1 23 16,0 0-96-16,-4 0-126 0,0 1 80 0,-4 4-74 15,1 1-92-15</inkml:trace>
  <inkml:trace contextRef="#ctx0" brushRef="#br0" timeOffset="8272.89">11167 11802 2155 0,'-3'3'106'0,"2"1"-32"0,2-2 13 15,1 0-24-15,2-1-19 0,3-1 8 16,2 0-17-16,1 0-13 0,3-2 7 0,2-1-31 16,1 1-53-16,2-2 32 0,2 0-125 15,0 1-172-15,2-2 109 0,3 1-98 16,0 0-122-16</inkml:trace>
  <inkml:trace contextRef="#ctx0" brushRef="#br0" timeOffset="8559.49">11564 11695 1537 0,'1'-4'185'0,"0"0"-96"16,-1 0 267-16,2 1-208 0,-1-1 14 0,0 3-33 0,0-2-26 15,-1 1 15-15,0 2-41 0,0 0-36 0,0 0 21 16,0 0-38-16,0 0-28 15,0 0 8-15,0 0-4 0,0 0-8 0,-5 12-5 16,2-4 5-16,0 2 8 0,-2 1 0 0,-1 3 0 16,0 0 0-16,0 3 0 0,-2 2-2 15,1 1-1-15,0 0 0 0,-1 2 0 0,2-1-1 16,-1-3 0-16,2 0 1 0,1-1 1 16,2-2 0-16,2-1 1 0,0-4 1 0,3-2 0 0,1-3 2 15,2 1 2-15,2-2-1 0,0-4-3 16,0-1-12-16,2-3 9 0,1-2-49 15,1-3-57-15,-1 0 40 0,1 0-115 0,0-1-205 16,-2-1 113-16,2-1-95 16,-3-1-111-16</inkml:trace>
  <inkml:trace contextRef="#ctx0" brushRef="#br0" timeOffset="8737.99">11484 11904 2045 0,'14'-6'97'15,"-1"2"-59"-15,0 1 16 0,1 1-27 0,0-2-37 16,2-1 13-16,0 1-173 0,1 1 133 0,1 0-19 16,1-1-40-16</inkml:trace>
  <inkml:trace contextRef="#ctx0" brushRef="#br0" timeOffset="9356.34">8870 12664 1824 0,'0'0'146'0,"0"0"-20"0,0 0-12 0,0-1 4 0,-1-1-31 16,0 1-17-16,0 0 12 0,1 0-21 0,5-18-22 15,2 22 7-15,3 4-11 0,3-2-7 16,3 5 1-16,0 2-2 0,3 1-2 0,0 1 1 16,1 1-5-16,2 2-4 0,1 1 4 0,2 3-6 15,0 1-7-15,3 0 2 0,1 4-3 16,-2-1-2-16,0 0 0 0,1 0-3 15,-2-2-2-15,-4-1 1 0,-1-1-3 0,-4-2-6 16,-1-2 3-16,-4-3-3 0,-2-1-7 0,-3-2 2 16,-2 0-14-16,-2-2-11 0,0-2 8 0,-2 1-6 15,-1-3-21-15,0 0 5 0,0 0-46 16,0-2-47-16,0 0 35 0,0-3-132 16,0 0 180-16,0 0-84 0,0 0-73 0</inkml:trace>
  <inkml:trace contextRef="#ctx0" brushRef="#br0" timeOffset="9725.29">9310 12863 2093 0,'0'0'104'0,"0"0"16"0,0 0-30 0,0 0-24 0,0 0 12 16,0 0-14-16,0 0-15 0,12 1 5 16,-5 2-15-16,2 0-10 0,2 2 9 0,2 0-14 15,0 0-14-15,1 2 4 0,1 2-6 16,-1 1-5-16,0 1 1 0,0 3-2 0,0 0 0 0,0 1-1 16,0 3 1-16,-3-2 0 0,-1 1-1 15,-3 0 1-15,-1 0 1 0,-3-3 0 16,-2 2 0-16,-3-3 2 0,-2 2-1 0,-3-1 0 15,-3-1 1-15,-1 0 1 0,-4 1-2 16,0 0 1-16,-2-1 1 0,-2 1 0 16,0 0 2-16,-1-1-2 0,1-1-1 0,2-2-2 15,3-3 2-15,1-2-42 0,3-3-77 16,4-2 51-16,4-5-329 0,7-3 300 0,5-4-83 0,4-1-109 16</inkml:trace>
  <inkml:trace contextRef="#ctx0" brushRef="#br0" timeOffset="10286.92">9876 12976 1985 0,'3'-4'121'0,"0"2"-24"0,3-3 5 0,0 1-11 16,0 0-12-16,2-1 5 15,2-1-19-15,-1 1-17 0,3 2 12 0,2-2-19 0,-2 0-19 0,4 1 6 16,-2 0-10-16,0 3-10 15,-1-1 4-15,0 3-5 0,-2 0-5 16,-1 1 1-16,-1 3 0 0,-3 1-2 0,0 2 0 0,-1 0 2 16,-2 3 0-16,-1 1-1 0,-1 0 1 15,0 2 0-15,-1 3 0 0,1 0 0 16,-1-1-1-16,0 2 0 0,0 0-1 0,0 1 1 0,0-1 0 0,-1 1-3 16,1 1-8-16,0-1 5 0,0 1-32 15,0-1-34-15,1-1 23 0,1 0-44 0,1-4-56 0,1-2 22 16,-1 0-106-1,0-6-140-15,1 1 84 0,-1-2-70 0,1 0-98 16</inkml:trace>
  <inkml:trace contextRef="#ctx0" brushRef="#br0" timeOffset="10489.72">9875 13255 1951 0,'5'-4'144'16,"1"1"-58"-16,2-1 6 0,2-1-16 16,0-2-11-16,5 0 6 0,1-3-21 15,3 1-17-15,1-1 11 0,3-1-19 0,-1 0-27 0,2 0 11 16,1 0-77-16,0 2-91 0,-3-1 63 16,0 1-257-16,-2 2 263 0,-1 0-106 0,-2 3-110 15</inkml:trace>
  <inkml:trace contextRef="#ctx0" brushRef="#br0" timeOffset="10779.9">10235 13115 2135 0,'-10'10'130'16,"1"1"-32"-16,1-1 15 0,1 1-32 16,2-1-29-16,2-1 12 0,1 0-23 0,2-1-21 15,3-1 9-15,4-1-12 0,1-1-9 0,2-2 0 0,4-2-2 16,3-1 0-16,1-2 0 0,2-4-2 15,2-2-4-15,0-2 1 0,1-1-1 16,0 0-2-16,-3-1-1 0,-2-1 1 0,-1 1 2 16,-3 0 0-16,-4 2 2 0,-2 1 6 15,-6 0-3-15,-1-1 9 0,-5 4 9 0,-4 0-4 16,-5 0 7-16,-1 2 11 0,-5 1-3 0,-2 2 1 16,-4 2-1-16,-2 2 3 15,-2 0-11-15,3 3-9 0,0 1 7 0,1 1-12 0,5 2-12 16,4-3 2-16,5 0-60 15,6 0-94-15,5 0 65 0,7 0-50 0,8-1-76 0</inkml:trace>
  <inkml:trace contextRef="#ctx0" brushRef="#br0" timeOffset="11652.57">10714 13035 2237 0,'3'-7'140'16,"3"3"21"-16,-3 0-44 0,0 2-29 0,1 0 13 0,-1 2-30 0,-1 1-21 0,0 3 12 16,-1 2-21-16,-1 2-15 15,-1 2 5-15,0 3-11 0,-3 2-9 0,-1 0 4 0,0 1-6 16,-2 0-4 0,2 0 1-16,0 0-3 0,0-2-1 0,1-2 0 0,3 1-1 15,0-2-1-15,1-2 0 0,3-1-2 16,-1-2-1-16,1-4 1 0,2 1-1 0,1-3 0 0,-1-2-1 0,2-3 0 31,0-2 0-31,-1 0 1 0,1-2-1 16,1-1 1-16,-1 0-1 0,-1-1 3 0,-1 0 0 0,1 0 0 15,-2 1 1-15,-1-1 0 0,-1-1 1 0,0 2 0 16,-1-1-1-16,-1 1 0 0,0 1 0 16,-2 0 2-16,1 1-2 0,0 0 1 0,0 5 1 15,-3-1-1-15,1 0 0 0,0 2-1 0,0 0 0 16,0 2-1-16,0 0-2 0,2 1 0 15,-2 0-1-15,0 2-1 0,3 0 0 0,-1 0 2 16,1 1 0-16,0 2-1 0,0-1 1 16,1 1 1-16,1-1 0 0,3 0 2 0,0 0 0 15,2 2 0-15,1-3 0 0,2-1 2 0,0-2 0 16,3-1 2-16,2-2 0 0,0 0-1 0,2-3-1 16,0-2 2-16,3 1-1 15,0-4 0-15,0 1 0 0,1 0 0 0,0-1 2 16,-3 1 4-16,-1-2-2 0,-3 1 4 15,-3 1 6-15,-3 2-3 0,-2 2 5 0,-3 0 1 0,-4 0 2 16,-1 2-8-16,-3 3 0 0,1 0 2 16,-4 1-3-16,1 3-5 0,-1-1 1 15,-2 1-5-15,3 4 1 0,-1 0 2 0,4 2-4 16,-3-1-2-16,5 2 0 0,-1 2 0 16,3-1-1-16,0 0-1 0,3 1-3 0,-1 0-11 0,3 0 7 15,1-1-34-15,0 0-48 0,3 0 31 16,-1 1-117-16,1-2-159 0,3 1 94 0,2-2-85 15,-1-2-107-15</inkml:trace>
  <inkml:trace contextRef="#ctx0" brushRef="#br0" timeOffset="12086.37">11438 12940 1786 0,'5'-5'223'0,"-2"2"-45"0,2 2 21 16,-3-2-47-16,1 2-41 0,-3 1 22 0,0 0-44 16,0 0-35-16,0 0 16 15,2 10-27-15,-3-1-22 0,1 0 7 0,-5 4-11 0,2 0-8 16,-3 4 3-16,0 2-5 15,1 1-3-15,-1-1 1 0,-1-1-4 16,-3 1-5-16,6 0 3 0,1 0-26 0,0-3-22 16,1-1 17-16,0-1-40 0,2-3-50 0,2-1 23 15,1-2-60-15,0-2-88 0,-1-3 47 0,2 1-43 16,1-3-46-16</inkml:trace>
  <inkml:trace contextRef="#ctx0" brushRef="#br0" timeOffset="12335.45">11276 12967 2093 0,'6'-3'122'15,"0"-1"-26"-15,3-1 7 0,0-2-16 16,2 2-17-16,0-3 9 0,4 0-23 0,3 0-19 15,2-3 11-15,3 1-18 0,-1 0-18 0,1-1 5 16,0 0-11-16,2 2-15 0,-5 1 7 16,-2 2-47-16,-3 0-51 0,-4 3 36 0,-1 0-100 15,-3 3-138-15,-4 0 73 0,-1 1-72 16,-1 2-76-16</inkml:trace>
  <inkml:trace contextRef="#ctx0" brushRef="#br0" timeOffset="12517.84">11292 13050 1924 0,'6'2'132'15,"1"-1"4"-15,4 1-21 0,0-2-24 0,3-1 16 0,0 0-36 16,3 0-30-16,1-1 15 0,0-2-24 16,3 0-25-16,-2-1 7 0,0-2-55 15,-1 0-73-15,0-2 50 0,0 0-206 0,-2 1 201 16,1 1-74-16,-1-2-88 0</inkml:trace>
  <inkml:trace contextRef="#ctx0" brushRef="#br0" timeOffset="12803.63">11694 12930 2574 0,'0'0'114'0,"0"1"-18"0,0 0 6 0,0 0-24 15,0-1-15-15,0 1 12 16,-10 22-23-16,6-17-24 0,-1 2 9 0,0 2-16 15,1 0-10-15,-3 2 2 0,-1-1-5 16,0 0-4-16,2 1 1 0,-1 1-3 0,1-1 0 0,-2-1 0 0,1 2-1 16,1-1-1-16,1 1 0 0,2-1-1 15,0-1 0-15,3 0 0 0,-1 1 1 0,1-2-1 16,2-1 1-16,2 0 0 16,-1-1 0-16,2-3 0 0,2 0 0 0,1-1 2 0,2-4-1 15,1 0 1-15,3-3 0 0,0-1 1 16,2-2-4-16,0-1-10 0,1 0 6 0,0-1-30 15,-1 0-37-15,-2 1 24 0,1 0-100 16,-1 1-148-16,-4 0 94 0,2 2-67 0,-2 1-99 0,-2 0-37 0</inkml:trace>
  <inkml:trace contextRef="#ctx0" brushRef="#br0" timeOffset="12985.48">11593 13078 2303 0,'12'-4'91'15,"1"2"-57"-15,3-2 19 0,3 0-67 16,1 0-115-16,1-1 65 0,4-1-47 0,1-1-69 0</inkml:trace>
  <inkml:trace contextRef="#ctx0" brushRef="#br0" timeOffset="33330.98">14109 11744 1318 0,'4'-9'216'0,"-1"2"-47"0,2 1 1 0,-2 1 14 0,-6-15-40 16,6 16-30-16,1 1 11 15,0 0-28-15,-1 2-19 0,0 0 13 0,-2-3-26 0,1 4-22 0,-1 2 10 16,-1 2-15 0,-1 1-13-16,1 3 4 0,-2 1-8 0,-2 2-3 0,1 5 1 0,-2 0-3 31,-1 3-4-31,0 2 1 0,-1 3-2 0,0-2-2 0,1 1 1 0,-1 0-3 0,2-2-1 16,1-3 0-1,1-2-1-15,0-2-2 0,2-5 1 0,0 3-1 16,1-5 0-16,1-4-1 0,1 0 1 15,-1-1 0-15,1-2 0 0,1 0-3 16,-1-1-1-16,0-2 1 0,1-1-1 0,-1 1-4 0,1 0 1 16,0-2 2-16,-1 1 0 0,0 0 0 15,0 1 0-15,-2 3 1 0,0 0 1 0,0 0-3 16,0 0-2-16,0 0 2 0,0 0-2 16,1 0 0-16,-1-1-1 0,1 0 2 0,17-6 3 0,-9 6-1 15,1 1 1-15,-1-1 1 0,3-1 0 16,0 2 1-16,1-2 1 0,0-1-1 0,0 0 0 0,-1 1-4 15,0 0 2-15,1-2-31 16,-4 3-34-16,0-2 25 0,-1 3-78 16,-2-1-102-16,1 1 55 0,-5-1-161 15,-2 1 244-15,0 0-128 0,0 0-88 16</inkml:trace>
  <inkml:trace contextRef="#ctx0" brushRef="#br0" timeOffset="33813.14">14243 11844 1994 0,'1'-1'172'0,"0"0"19"0,1 0-50 15,0 1-39-15,-1-1 21 0,26-5-33 0,-27 6-32 0,0 1 8 16,5 11-21-16,-4-7-12 0,0 2 9 16,-2 2-13-16,-2 2-13 0,-1 1 5 0,0 1-7 15,0 0-5-15,0 3 2 0,-1 1-3 16,0-1-5-16,0 0 2 0,3 1-28 15,0-2-36-15,1 0 25 0,1 0-81 16,1-3-136-16,2-1 78 0,-1-1-219 0,4-2 292 0,-1-2-144 0,3-1-108 16</inkml:trace>
  <inkml:trace contextRef="#ctx0" brushRef="#br0" timeOffset="34146.06">14625 11762 2083 0,'4'-2'197'0,"-2"1"-74"0,2 1 19 0,-3 0-40 16,-1 2-35-16,0 1 17 0,1 1-30 15,-3 0-25-15,-1 2 8 0,2 2-13 0,-3 1-11 16,0 1 3-16,0 1-6 16,-1 2-5-16,-1 1 2 0,4 2-1 0,-2-2-3 0,1 1 0 15,-2 1-6-15,3-2-8 0,-2-1 6 16,3 0-18-16,-1-2-22 0,0-3 13 0,1 1-35 16,1-4-37-16,-1-1 20 15,1 1-63-15,0-5-84 0,0 0 45 0,0 0-158 16,0 0 259-16,0 0-128 0,0 0-88 15</inkml:trace>
  <inkml:trace contextRef="#ctx0" brushRef="#br0" timeOffset="34379.64">14604 11766 2032 0,'4'-5'148'0,"3"0"17"0,2 0-42 16,-1-1-41-16,0 1 21 0,2 0-39 0,-1 1-32 0,0-1 13 16,2 1-21-1,0 1-17-15,-4 0 6 0,2 0-23 0,0 2-27 16,-3 0 17-16,0 1-46 0,-2 0-58 0,0 1 32 16,-2 0-105-16,-1 2-126 0,-1 0 70 15,-1 1-66-15,-1 0-82 0</inkml:trace>
  <inkml:trace contextRef="#ctx0" brushRef="#br0" timeOffset="34579.19">14606 11852 1491 0,'-2'7'165'16,"0"-1"-47"-16,2-2 22 0,0 0-33 0,2-1-29 16,0-2 8-16,3 1-22 15,-1-2-13-15,2-1 8 0,1-2-18 0,0 2-18 0,2 0 8 16,-1-1-13-16,2 0-10 0,-2-1 4 15,2 1-13-15,-2-1-14 0,-1 1 8 16,1-2-28-16,-2 0-36 0,0 0 21 0,-3 1-66 16,1 1-76-16,-3 0 41 0,-1 2-114 15,0 0 197-15,0 0-108 0,0 0-73 16</inkml:trace>
  <inkml:trace contextRef="#ctx0" brushRef="#br0" timeOffset="34779.33">14542 11971 1878 0,'-5'7'159'16,"0"-1"-59"-16,3 0 27 0,1-2-43 0,2-1-36 16,2 0 11-16,3 0-21 0,0-1-12 15,3-1 5-15,2 0-10 0,1-1-8 0,1 0 3 0,2 0-7 16,0-2-3-16,-1 0 1 16,4-1-2-16,-4 1-3 0,-1-2 1 0,0 0-19 0,-1 1-30 15,-1-1 21-15,-2 1-97 16,-1-2-140-16,-2-1 90 0,0 3-79 0,1 2-98 0</inkml:trace>
  <inkml:trace contextRef="#ctx0" brushRef="#br0" timeOffset="35012.64">14875 11611 1541 0,'7'-9'231'16,"0"4"-118"-16,0 0-63 0,-1 1 125 0,0 1-96 0,-1 3 27 15,-3 0-50-15,0 4-30 0,-1 1 12 16,-2 5-19-16,-2 0-11 0,-1 3 3 16,-1 1-7-16,0 1-7 0,-2 4 3 0,-1 0-51 15,0 0-81-15,0 2 56 0,1 1-241 16,1-1 237-16,1 0-85 0,2-2-99 15</inkml:trace>
  <inkml:trace contextRef="#ctx0" brushRef="#br0" timeOffset="35377.68">14997 11739 2008 0,'4'-3'150'0,"-2"0"29"0,-2 3-62 16,0 0-48-16,0 0 22 0,0 0-36 16,0 0-33-16,-5 9 9 0,1-1-15 15,-2 0-8-15,3 4 2 0,-4 2-5 0,0 2-4 16,1 2 1-16,1 2-4 0,-2 0-4 0,4 1 2 16,1 1-5-16,0-1-2 0,2-3 0 15,5-1 3-15,-2-3 4 0,3-2-3 0,4-2 9 16,0-5 12-16,1-3-6 0,1-2 6 15,1-1 7-15,1-4 0 0,1-1-1 0,0-4 1 16,-2-1 0-16,0-2 2 0,0-1 0 16,0-2-1-16,-1-2 0 0,-4 0 1 0,1 2 2 15,-1-2-8-15,-3 1-6 0,0 2 3 0,0 1-5 16,0 2-9-16,-2 5 0 0,1 1-51 16,2 1-82-16,-2 4 58 0,3 2-343 0,0 0 318 15,1 1-93-15,2-2-122 0</inkml:trace>
  <inkml:trace contextRef="#ctx0" brushRef="#br0" timeOffset="35862.04">15442 11821 1907 0,'-3'0'131'0,"1"1"21"0,2-1-42 0,0 0-26 0,7 0 11 15,-1 0-20-15,3-1-16 0,4-2 5 16,1 0-20-16,3-1-11 16,3 1 8-16,2-1-18 0,-1 1-23 0,4 0 9 0,1 1-44 15,-2 0-50-15,0 0 33 16,0 0-104-16,-4 1-146 16,-3 0 82-16,-3 0-75 0,-4 0-90 0</inkml:trace>
  <inkml:trace contextRef="#ctx0" brushRef="#br0" timeOffset="36050.44">15469 11896 1887 0,'0'2'135'16,"0"-1"-26"-16,1 0 11 0,5-1-29 0,0 1-21 15,2-1 12-15,3-1-27 0,2 1-23 0,2-2 11 0,3 0-20 16,1 2-22-16,1-3 8 0,3 2-43 15,-1-1-56-15,0 0 37 0,3 0-185 16,-4 1 180-16,2 1-63 0,-1-5-69 0</inkml:trace>
  <inkml:trace contextRef="#ctx0" brushRef="#br0" timeOffset="36395.01">15661 11696 1546 0,'-2'-2'69'16,"0"-2"194"-16,2 4-145 0,0 0 20 0,0 0-42 16,0 0-36-16,0 0 15 0,0 0-21 15,12-3-17-15,-3 5 4 0,4 0-12 16,2 1-5-16,2 1 5 0,4 0-6 0,0 1-9 15,3 0 3-15,0 1-5 0,-1 2-3 0,0-1 0 16,0 2-1-16,-1 0-3 0,-1 0 1 0,-3 1-2 16,-1 1 0-16,-3-1-1 0,-3 1 1 0,-3 0 0 15,-1-1-1-15,-6 1 2 0,-1-3 2 0,-4 2-1 16,-4 0 0-16,-3 0 1 0,-2 0 0 16,-4 0 0-16,-2 2-3 0,-2-1 2 0,-3 2-11 0,-1-1-14 15,-1-2 9-15,-2 1-63 0,4-2-98 16,1 1 64-16,2 0-52 0,2-1-73 0</inkml:trace>
  <inkml:trace contextRef="#ctx0" brushRef="#br0" timeOffset="36942.83">16654 11637 1797 0,'12'-11'303'0,"0"3"-147"0,0 2-89 0,0 0 172 16,-2 3-122-16,-2 1 30 0,0 2-51 15,-5 3-43-15,0 4 12 0,-3-1-25 0,-4 1-15 0,-2 5 6 16,-4 1-10-16,-2 1-9 0,0 2 3 16,-3 2-6-16,-2-1-2 0,2 3 1 0,-2 1-3 15,3-1-3-15,0 0 0 0,1 0-2 16,2-1-4-16,3-2 3 0,1-2-4 15,2-3-3-15,1-3 0 0,2-2 0 0,2-7-1 16,0 1 0-16,0 0 0 0,0-1 0 0,1 0-1 16,9 2 0-16,-4-5-1 0,0 0 0 0,0-2 2 15,2 0 0-15,-2 0-1 0,0 1 3 16,0-1 2-16,0 2 0 0,2-1 2 16,-1 1 1-16,0 2-1 0,1-2 2 0,2 3 0 15,-1-1 0-15,1-1 0 0,-1 2 1 0,2-1-1 16,-1 0 0-16,1 1-5 0,-1 0 4 15,-1 0-17-15,-1 1-15 0,-1 0 11 0,-2 0-29 16,0 1-39-16,-3 0 19 0,-1 0-62 16,-1 0-96-16,-1 0 55 0,-1 2-49 0,-4-2-57 15</inkml:trace>
  <inkml:trace contextRef="#ctx0" brushRef="#br0" timeOffset="37175.91">16745 11751 2169 0,'2'-4'151'0,"0"2"19"0,-2 2-43 0,0 0-43 0,0 0 18 0,0 0-39 0,0 0-30 0,0 0 12 16,0 0-19-16,0 0-16 0,2 11 3 15,-2-3-5-15,-2 1-5 0,2 3 0 0,-2 3-2 16,0-1-5-16,-1 3 3 0,1 2-31 15,-2 0-33-15,2 0 24 0,1 2-76 0,-2-3-92 16,1-1 51-16,2 1-156 0,0-5 235 0,2 0-122 16,2-3-85-16</inkml:trace>
  <inkml:trace contextRef="#ctx0" brushRef="#br0" timeOffset="37441.91">17159 11710 2302 0,'-1'0'108'0,"0"0"20"0,-14-3-38 0,7 3-40 16,1 2 16-16,-1 0-28 0,0 1-22 0,2 2 6 0,-4 1-8 15,1 1-11-15,2 1 3 16,0 3-6-16,-1 1-9 0,-1 1 5 0,0 1-36 0,0 2-35 15,0 1 25-15,0 1-59 16,0-3-64-16,2 0 28 0,0-1-76 0,1-1-85 0,1-2 40 16,0-2-42-16,1-1-44 0</inkml:trace>
  <inkml:trace contextRef="#ctx0" brushRef="#br0" timeOffset="37660.28">16993 11758 1877 0,'0'0'171'0,"0"0"25"0,0 0-56 0,0 0-46 0,0 0 18 16,0 0-35-16,0 0-30 0,0 0 10 0,5 11-20 16,-1-5-15-16,-1 2 7 0,2 2-12 15,0 1-14-15,2 1 6 0,1 0-38 0,0 2-48 0,2 2 31 16,3-1-154-16,1-1-239 0,1 3 149 15,4-1-122-15,0-2-168 0</inkml:trace>
  <inkml:trace contextRef="#ctx0" brushRef="#br0" timeOffset="38060.19">17384 11808 2758 0,'11'-17'111'0,"2"1"-42"0,2 0 16 0,2-1-32 16,1 2-17-16,0 1 8 0,1 1-13 0,-1 1-12 16,-4 4 4-16,0 0-8 0,-2 3-5 0,-4 1 2 0,-3 2-2 15,0 1-3-15,-5 1 0 0,0 0 0 16,0 0-1-16,-6 9 0 0,1-3-1 16,-1 0-1-16,-2 2 1 0,-1 2-3 0,-1 0-1 15,2 2-1-15,-2 3 0 0,3 0-2 0,0 3 1 0,0 2-19 16,1 0-19-16,0 0 14 15,3 3-43-15,0-4-54 0,3 0 29 0,0-2-88 16,1-1-124-16,3-3 68 0,1-3-62 0,1 0-73 16</inkml:trace>
  <inkml:trace contextRef="#ctx0" brushRef="#br0" timeOffset="38441.68">17706 11680 1750 0,'0'-3'269'0,"0"1"-134"0,0 2-79 0,0 0 130 15,0 0-82-15,0 0 29 0,0 0-52 16,-1 0-50-16,1 0 17 0,-1 0-25 16,-15 10-17-16,14-4 4 0,2 2-6 0,0 0-2 15,0 2 0-15,2-1 0 0,2 1 0 0,0-1 0 16,0 2-1-16,1-2 0 0,2 1 0 0,-2-1 0 0,1 0 0 15,0 0 1-15,-1 0-1 16,-1-1 1-16,1 1 0 0,-1-2-1 0,-1 1 1 16,-1-2 0-16,0 2 0 0,0-1 1 0,-2-1-1 15,0 2 2-15,-1-2 2 0,-1 1-2 0,1-1 1 16,-1 0 1-16,-2-1 0 0,0 0 0 16,-1-1-3-16,0-1 2 0,-1 1-4 15,0-2-5-15,0 1 3 0,-1 0-12 0,0-1-10 16,1 0 6-16,-1 1-14 0,1-3-17 0,-2-1 6 15,1 1-8-15,0-1-14 0,-1-3 4 16,2 1-23-16,0-1-33 0,0-1 21 0,-2 0-100 16,5 0-133-16,-3 0 84 0,3-1-79 15,2-1-96-15</inkml:trace>
  <inkml:trace contextRef="#ctx0" brushRef="#br0" timeOffset="38641.93">17727 11693 1983 0,'10'-7'171'0,"-1"0"24"0,1-1-50 16,2 0-46-16,-1 1 21 0,2 0-46 16,0 0-31-16,1 1 14 0,1 1-28 0,1 0-37 15,1 2 14-15,1-1-89 0,1 2-144 0,1 0 97 16,3 2-66-16,1 2-106 15,0 0-47-15</inkml:trace>
  <inkml:trace contextRef="#ctx0" brushRef="#br0" timeOffset="39061.72">18202 11781 1895 0,'8'-3'113'0,"0"1"-38"0,3 0 16 0,0-1-27 0,1 0-36 16,1 0 12-16,2 1-31 0,-1-1-30 15,0 0 15-15,-1-1-83 0,3 2-114 0,-4 0 70 0,2 0-66 16,-4 0-82-16</inkml:trace>
  <inkml:trace contextRef="#ctx0" brushRef="#br0" timeOffset="39207.62">18239 11863 2110 0,'15'-1'78'0,"3"-1"-41"16,1 2 15-16,1-2-33 0,1-1-36 0,3 1 17 15,-2-1-184-15,2 2 143 0,0-3-25 16,-1-1-45-16</inkml:trace>
  <inkml:trace contextRef="#ctx0" brushRef="#br0" timeOffset="39712.49">19059 11681 938 0,'3'-6'281'16,"1"2"-31"-16,-3 0-33 0,0 0 44 15,-1 1-104-15,0 2-32 0,-4-1 24 0,-1 1-39 16,-2 1-48-16,-5 0 13 0,0 2-25 0,-4 1-18 0,-2 0 8 16,-3 2-13-16,0 1-11 0,-2 3 3 15,-1 1-5-15,1 2-6 0,2 1 2 0,-1 0-2 16,4 4-4-16,1-1 0 0,2 4 1 15,3 1-4-15,3 1 2 0,2-2-3 0,5 1-1 16,2-4 0-16,2 1 1 0,5-4-1 0,4-2-2 0,4-5 2 16,2-2-1-16,4-3 2 0,4-1-3 15,2-1-3-15,2-2 2 0,0-3 0 16,-1-2 0-16,-2 0-1 0,-1 0 2 0,-5-3 3 16,-4 1 0-16,-3-2 1 0,-4 3 3 0,-7 1-1 15,-1-3 0-15,-2 2 0 0,-4 1-1 0,-6 3 2 16,-2 0 0-16,-4-1 0 0,-1 2-2 15,-1 2 2-15,-2 1 0 0,-2 1-2 16,1 1-1-16,3 1 1 0,0 2-2 16,4 0-4-16,4 0 2 0,3 3-44 0,3-1-50 15,6 2 38-15,5-2-148 0,4 0-217 16,3 0 130-16,6-1-116 0,1-1-140 0</inkml:trace>
  <inkml:trace contextRef="#ctx0" brushRef="#br0" timeOffset="40038.71">19223 11824 2321 0,'-1'0'82'0,"-11"9"-51"0,8-2 17 0,1 1-26 0,0 2-19 0,2 0 4 15,1 1-11-15,2-1-8 0,3-1 4 0,3 1-4 16,2-3-3-16,2-2-2 15,4-1 6-15,1-1 6 0,1-2-5 0,3-2 7 16,-1-3 5-16,3-2 0 0,0-1 12 16,-1-2 7-16,-3-2-6 0,-1-1 7 15,-2-1 13-15,-5 0-4 0,-3 1 8 0,-5 0-1 0,-3-1-1 16,-2 1-3-16,-4 1-1 0,-2 1 4 16,-4 0-9-16,-1 2-8 0,-4 2 3 15,-1 0-9-15,0 4-8 0,-3 1 4 0,-1 2-18 16,1 1-33-16,1 4 19 0,0 0-114 15,5 3-186-15,3 1 122 0,4-2-97 0,1 0-136 0</inkml:trace>
  <inkml:trace contextRef="#ctx0" brushRef="#br0" timeOffset="40706.33">19868 11702 2835 0,'0'0'91'0,"0"0"-37"16,0 0 19-16,0 0-34 15,-10 4-23-15,4 2 9 0,-1 2-13 16,-4 1-10-16,3 3 1 0,-4 3-2 0,3 0-3 0,0 3 2 16,1 1-9-16,1 1-5 0,1-2 5 15,1-1-8-15,3-1-8 0,1-2 3 0,1 0 1 0,0-6 2 0,1-2-3 16,1-3 6-16,1 0 6 16,3-2-1-16,-1-1-1 0,3-3 4 0,-2-3 0 0,3-1 2 0,2 0 1 15,-2-4-2-15,3-1 2 16,-3-1 4-16,0-2-1 0,-1-2 1 15,-1 2 1-15,-1-1 0 0,0 0 0 16,-1 2 0-16,-3 0 0 0,0-1 0 0,-2 4 1 0,0 1-1 16,-2 2 1-16,1 1-1 15,-3 2 0-15,1 1 0 0,-2 2-2 0,1 2 1 0,-1 1 0 16,0 2-1-16,-1 0 1 0,0 3-1 16,1 0 2-16,2 1 0 0,-1 2 0 15,3-1 0-15,0 0 0 0,2 3 2 0,1-3-1 16,5 3 1-16,3-2-2 0,0-1 3 15,3 0-2-15,2-2 3 0,3-1-2 0,0-1-1 0,2-1 0 16,-1-2 1-16,0-1 0 0,2-2-1 16,-3-1-1-16,0-1 0 0,0 0 0 0,-1-1 1 15,-2-1-1-15,-1-1 4 0,-4 1 5 0,-3 1-3 16,-2-1 5-16,0 0 4 0,-2 1-1 0,-5 1-2 16,2 0 0-16,0 2 2 0,-4 0-5 0,1 0-4 15,1 1 2-15,-3 1-3 0,-1 0-3 0,3 2 2 16,-1 1-3-16,-1 0 0 0,2 2-1 15,0 1 0-15,-1 1-3 0,1 2 1 0,2 2-24 16,-1 2-33-16,1 2 24 0,-1 1-123 16,2 1-185-16,0 2 117 0,0 2-102 0,3 2-128 15</inkml:trace>
  <inkml:trace contextRef="#ctx0" brushRef="#br0" timeOffset="41153.44">20532 11687 1147 0,'1'-3'212'0,"0"0"-6"0,-1 1-17 0,0 2 14 0,0 0-35 0,0 0-24 15,0-1 19-15,0 0-46 0,0 1-35 16,0 0 19-16,0 0-32 16,0 0-33-16,-7 7 11 0,3 2-19 0,-1 1-14 0,1 3 4 15,0 2-7-15,-1 0-6 0,1 3 1 16,0-1-7-16,1 3-14 0,1-1 8 0,2 1-38 16,-1-2-38-16,1-3 26 0,2 0-52 15,0-2-75-15,0-3 33 0,-1-3-117 0,1-3-128 0,-2-4 75 16,0 0-74-16,0 0-90 0</inkml:trace>
  <inkml:trace contextRef="#ctx0" brushRef="#br0" timeOffset="41361.32">20289 11677 545 0,'4'-6'382'0,"3"1"-84"16,1 1-57-16,1 0 104 0,1 0-195 15,2 1-25-15,4 0 17 0,1 0-36 16,0 1-36-16,3 0 17 0,2 0-32 0,0-1-26 16,1 3 11-16,0-3-19 15,-1 2-21-15,-1 0 7 0,0 0-48 0,-3-1-52 0,-3 2 36 0,-1 0-117 16,-4 2-142-16,-3-1 79 0,-2 4-78 16,-3 1-93-16</inkml:trace>
  <inkml:trace contextRef="#ctx0" brushRef="#br0" timeOffset="41522.92">20335 11783 1941 0,'5'2'127'16,"3"1"-32"-16,2-1 19 0,5-2-42 16,1 0-33-16,3 0 15 0,5-1-44 0,1-2-56 15,2-1 29-15,3-1-107 0,-1 1-109 0,2-2 67 16,1 0-123-16,-2 0 209 0,-2 0-140 15,3 1-86-15</inkml:trace>
  <inkml:trace contextRef="#ctx0" brushRef="#br0" timeOffset="41755.93">20820 11702 1740 0,'-7'-1'227'16,"-2"0"35"-16,2 1-67 0,-2 0-59 0,-2 0 26 0,-1 1-49 16,-1 2-33-16,2 0 13 0,0 1-28 15,1 0-22-15,-2 2 10 0,4 1-21 16,0 0-17-16,3 3 7 0,-1 1-9 0,1 1-10 15,2 1 2-15,-1 2-5 16,3 0-8-16,-1 2 5 0,1 2-20 0,1-1-15 0,1-3 10 0,3 1-8 16,3-1-15-16,0-3 0 15,4 0-1-15,-1-4-4 0,1-4 3 0,0-1-16 16,2 1-19-16,-1-4 13 0,-1-1-19 0,1-2-41 16,-2-2 14-16,1 0-80 15,-3-2-81-15,0 0 55 0,-5-1-55 0,-3 1-72 0</inkml:trace>
  <inkml:trace contextRef="#ctx0" brushRef="#br0" timeOffset="41904.33">20554 11875 2018 0,'1'3'187'0,"3"-2"-58"0,7 1 23 16,2-2-57-16,6 1-37 0,2-1 20 0,7 2-33 15,3-1-42-15,1-1 15 0,2 1-67 16,0-1-93-16,-2-1 58 0,1 0-46 0,-3-1-69 0</inkml:trace>
  <inkml:trace contextRef="#ctx0" brushRef="#br0" timeOffset="42421.79">19006 12205 1775 0,'-8'3'122'0,"-1"0"-33"0,2 0 11 16,2 1-11-16,1-1-18 0,1-2 2 15,3-1-13-15,0 0 0 0,0 0 6 16,1 0-10-16,13 3-10 0,-3-3 2 0,0 0-5 16,4-1-1-16,3-1 2 15,2 0 1-15,4 0 4 0,3-1-3 0,7-1 4 0,3 0 5 0,9-1 0 16,6 0-7-16,3 0-5 15,7-1 6-15,13 1-7 16,1 1-6-16,7 0 0 0,10-1-8 0,1 2-4 0,2-2 4 16,6 1-10-16,-1 1-11 0,-5-2 5 0,3 1-15 15,-7 0-16-15,-8-1 8 0,-1-1-24 16,-7 3-29-16,-12-1 15 0,-3 1-30 16,-10-1-34-16,-13 1 13 0,-6 0-25 15,-10 0-18-15,-10 0 2 0,-12 3 28 0,4-2 10 16,-13 2-21-16,-3 0 23 0,-7 2 22 0,-4 1 1 15,-5 0-37-15,-3 3-70 0,-4-1 47 16,-2 1-40-16,-1 1-53 0</inkml:trace>
  <inkml:trace contextRef="#ctx0" brushRef="#br0" timeOffset="42702.9">19110 12329 1830 0,'-12'4'54'0,"3"-1"-5"0,4 0-3 15,3 2 19-15,2 0 12 0,3-1-11 0,4 1 2 16,4-1 9-16,6-2 6 0,9 0-14 16,4-1-14-16,8-1 7 0,10-4-9 0,5-1-2 15,11-1-2-15,14-2 4 16,3 1 4-16,9-3 0 0,12 1-15 15,2-1-6-15,3 0 9 0,11 0-14 0,-3-1-19 0,-3 0 5 16,7 0-14-16,-9-1-15 0,-7-1 8 0,0 1-53 16,-8 4-86-16,-11-3 56 0,-2 1-45 15,-13 0-61-15</inkml:trace>
  <inkml:trace contextRef="#ctx0" brushRef="#br0" timeOffset="66512.11">15620 12800 1254 0,'-16'-11'161'0,"9"14"-6"0,1-1 19 16,0 1-42-16,1-1-34 0,2-1 16 16,-1 1-30-16,4-2-24 0,0 0 11 0,0 0-18 0,0 0-13 0,0 0 5 15,0 0-4 1,0 0-4-16,5-2 0 0,4 1-3 0,4-1 1 0,5 0 2 0,4-3-5 15,4 0-7-15,2-1 3 16,3-3-7-16,1 1-5 0,0-1 3 16,0-1-5-16,-2 0-5 0,-4 1 2 0,-1 1-4 15,-3 0-2-15,-4 3 1 0,-2 1-2 16,-4 2-4-16,-3 0 2 0,-1 2-7 0,-4 0-14 0,-3 2 8 16,0 1-46-16,-2 0-52 0,-3-1 36 15,2 1-123-15,-1-1-162 0,1 2 98 0,1 1-88 0,1-1-102 16</inkml:trace>
  <inkml:trace contextRef="#ctx0" brushRef="#br0" timeOffset="67245.28">16067 12793 1898 0,'5'-7'194'0,"5"-1"-54"0,3-1 25 0,-1-2-41 15,2-1-43-15,3 0 13 0,0-2-29 16,0-3-18-16,2-1 8 0,1 0-9 16,-3-1-6-16,1 0-1 0,0 0-3 0,-3 3 2 15,-3 0 1-15,-1 2-3 0,-2 5-3 16,-4 1 3-16,-1 0-8 0,-1 6-3 0,-3 2 3 0,0 0-9 15,0 0-8-15,0 0 5 0,-1 0-7 16,-15-2-8-16,11 6 3 0,-1 1-4 16,0 1-1-16,2 3 0 0,-1 1 0 0,2 1-1 15,0 2-1-15,2 2-8 0,0-1-14 0,1 2 9 0,0 0-35 16,2 1-40-16,0-2 24 0,1 0-71 0,0-1-82 16,3-3 43-16,1 0-159 15,0-2 255-15,1-1-127 0,1-1-82 0</inkml:trace>
  <inkml:trace contextRef="#ctx0" brushRef="#br0" timeOffset="67593.98">16400 12673 1889 0,'-2'1'138'0,"0"2"23"0,-1 2-50 0,1 1-42 0,0 2 21 16,1-1-37-1,1 2-30-15,0 2 11 0,1 0-15 0,2-2-12 0,1 0 2 0,2 0-4 16,0-1-1-16,2-1 0 16,3-2 1-16,-2-1 0 0,3-3-1 0,0-1 2 15,3-2 2-15,-1-2-1 0,0-3 0 16,0-1 3-16,-1-1 0 0,2-4 4 16,-3 2 6-16,2 0-3 0,-4-4 14 0,-3 3 15 15,-1-1-8-15,-1-2 3 0,-3 1 16 16,-3 1-1-16,0 1 0 0,-4 0-5 0,-4 3 2 0,-1-2-14 15,-1 4-6-15,-1 2 9 0,-2 0-18 16,1 5-13-16,-1 2 5 0,-2 0-7 0,1 1-7 16,2 3 2-16,0 1-5 0,1 2-16 0,2 0 10 0,2-2-67 15,2 2-89-15,5-1 62 0,3 4-324 16,3-2 319-16,7 1-111 16,5 0-118-16</inkml:trace>
  <inkml:trace contextRef="#ctx0" brushRef="#br0" timeOffset="68229.53">16823 12621 2502 0,'0'0'126'0,"0"0"25"0,0 0-48 0,0 0-44 0,0 0 18 16,0 0-30-16,3 8-25 15,-3-1 8-15,0 2-12 0,0 2-9 0,-3 0 3 16,-2 1-9-16,2 2-3 0,-1-2 1 0,-1 0-4 16,2 0-10-16,0-2 4 15,1-1-5-15,3-2-3 0,2-1 1 16,2-1 1-16,-1-3 1 0,2-1-2 0,1-1 6 15,-1-2 3-15,3-3-2 0,1-1 5 16,-1-2 2-16,-1-1-2 0,1-2 3 0,0-1 1 0,0-1 0 0,-2 0 0 16,-2 1 2-16,-1-1-2 15,-2 0 3-15,0 2 0 0,-2 0 1 16,-1 3-2-16,-2 1 1 0,-1 1 1 0,-2 3 2 16,0 1 2-16,1 1-3 0,-3 2 1 15,2 2 3-15,0-3-1 0,0 4 1 16,1 0-2-16,3 3 1 0,1-2-4 0,1 1-1 15,3 0 0-15,3 0 1 0,2 1-2 0,4-1 0 16,3-1-1-16,0-3 1 0,2-2 1 0,3 0-1 16,0-1 0-16,0-1 0 0,2-2-2 15,-2-2 1-15,-1 0 0 0,2-1 1 16,-3 1 0-16,-3-2-1 0,-2 2 2 0,-1-1 3 0,-5 2-2 16,-1-1 5-16,-3 1 1 0,-4 3-1 15,-1 1 0-15,-3 1 4 0,-1 1 0 0,-2 1 0 16,0 1-1-16,-2 2-1 0,2 2-2 15,0 0-4-15,1 2 3 0,0-1-3 16,1 0-5-16,2 1 0 0,0 4-3 0,2-4-12 16,2 2 8-16,1 0-45 0,2-2-63 15,3 1 43-15,3 0-199 0,3-1-248 0,2-2 157 0,5 2-143 16,1-3-185-16</inkml:trace>
  <inkml:trace contextRef="#ctx0" brushRef="#br0" timeOffset="68575.17">17436 12526 2581 0,'1'-3'149'0,"3"2"28"0,-2 0-55 0,0 0-48 0,1 1 18 16,-1 2-36-16,-1 0-27 0,2 4 10 0,-1 1-15 16,-2 1-15-16,0 3 3 0,-2 2-5 15,0 1-4-15,0 4 2 0,-3 0-6 0,0 1-11 0,0 0 6 16,-1 0-20-16,-1 1-21 0,1-2 12 15,-1 0-28-15,0-3-21 0,1 0 8 0,1-1-15 16,0-3-22-16,2-2 6 0,0-1-19 0,1-2-18 0,1-3 12 16,1-3-79-16,0 0-91 0,0 0 59 0,0 0-52 15,0 0-73-15</inkml:trace>
  <inkml:trace contextRef="#ctx0" brushRef="#br0" timeOffset="68808.16">17332 12556 2503 0,'0'-3'143'0,"1"0"26"0,1-2-53 16,1 1-51-16,2 0 21 0,2-2-36 15,1-1-28-15,3 3 9 0,3-2-15 0,2-1-11 16,3 0 3-16,4 1-13 0,0-2-22 0,3 2 14 15,0-2-52-15,1-1-57 0,-1 2 37 0,-1 1-85 16,-3 1-111-16,-4 1 52 0,0 1-52 16,-3 2-54-16</inkml:trace>
  <inkml:trace contextRef="#ctx0" brushRef="#br0" timeOffset="69008.98">17310 12647 1970 0,'0'5'134'0,"3"0"-31"16,2-1 23-16,3 0-44 0,1-1-37 0,4-1 12 15,1-1-21-15,3-1-19 0,2 0 9 16,2-3-25-16,1 0-24 0,0-2 13 0,3 2-42 16,-1-2-49-16,-2-2 28 0,2-2-111 15,-2 1-150-15,-2 0 87 0,2-1-76 16,-2-2-99-16</inkml:trace>
  <inkml:trace contextRef="#ctx0" brushRef="#br0" timeOffset="69274.8">17762 12510 2135 0,'-11'5'153'0,"2"1"-34"0,-2 2 23 15,-1 0-45-15,1 2-39 0,2 0 17 0,-1 3-30 16,2-1-25-16,1 1 8 0,2 1-13 15,2-1-10-15,-2 1 0 0,4 0-2 0,1 0-2 16,0-3 0-16,1 2-1 0,4-2-3 0,-1-1 1 16,2-1-1-16,2-2 0 0,1-1-1 0,0-2 1 15,1 0 0-15,-1-2 0 0,1-1-2 0,0-1-1 16,-1 0 1-16,1-1 0 0,-2-1-5 0,0-1 2 16,-1-1-8-16,0 1-5 0,-2-3 5 0,2 1-25 15,-2 0-30-15,0-1 18 0,-3-2-60 16,3 0-70-16,-1 1 39 0,-1-1-167 0,0 1 234 15,-3-3-108-15,0-1-78 0</inkml:trace>
  <inkml:trace contextRef="#ctx0" brushRef="#br0" timeOffset="69421.53">17612 12638 2765 0,'8'-1'85'15,"3"1"-34"-15,3-1 20 0,2-6-38 0,5-1-66 16,-1 0 29-16,6-1-285 0,0-3 226 0,2-3-41 0,8-3-70 16</inkml:trace>
  <inkml:trace contextRef="#ctx0" brushRef="#br0" timeOffset="78582.34">15684 13617 1641 0,'-9'-11'91'0,"13"9"-16"16,3-4 4-16,-1-2 0 0,1 0-8 16,4 0 6-16,4-1-9 0,0-2-7 0,2-1 4 0,0-4-10 15,1 0-7-15,2 1 5 0,1-4-11 16,0 0-7-16,-1 0 3 0,0-2-6 15,-2-1-5-15,-1 3 0 0,-1-2-2 0,-3 2-2 0,-2 2 1 16,0 1-3-16,-3 0-4 0,-2 3 2 16,0 1-2-16,-3 0-1 0,-1 2 0 0,-1 3 0 15,-1 0 1-15,0 3-1 0,1 0 0 0,-1 4-1 16,0 0 2-16,0 0-5 0,0 0-3 0,-1 0 2 0,1 0-3 16,-13 9-2-16,10-3 0 0,0 1 0 15,-1 2 1-15,1 1 0 0,1 2-1 16,0-1-2-16,1 2 2 0,1 3-3 0,1 1-1 15,2 2 1-15,-1 2-2 0,2 0-8 0,-1 2 4 0,2-1-33 0,-2 1-35 16,1-4 26 0,0 2-80-16,-1-3-96 0,1-3 52 0,-1 0-185 0,1-1 266 0,-1-6-130 15,-1-1-92 1</inkml:trace>
  <inkml:trace contextRef="#ctx0" brushRef="#br0" timeOffset="79246.46">16169 13367 1889 0,'8'-8'161'0,"0"2"-48"0,2-1 20 0,0 3-32 16,-1-2-26-16,0 2 5 0,1-2-22 16,-1 3-14-16,-2 2 9 0,1-1-18 0,-2 2-18 0,-1 0 7 0,1 2-10 15,0-1-9-15,-3 3 2 0,0-1-2 16,-2 3-1-16,0-1-1 0,0 2-3 0,-1-1-1 15,-1 1 1-15,0 2-4 16,-2 0-5-16,0-1 2 0,0 3-2 0,-1-1-1 16,0-1 0-16,1 0 3 0,-2 1 3 0,0 0-2 15,0-1 4-15,0 0 1 0,0 0 1 0,0 0 0 0,1-2 0 0,1-1 1 0,1 1 3 32,0 1 1-32,2-2-2 0,0 0 2 0,0 0 1 0,2 0 0 0,0 2 0 15,1-3-3-15,0 1 1 0,2-3 0 16,0 0-2-16,0-2 0 0,4-1-4 15,0 0-11-15,3-1 7 0,-1 0-20 16,2-3-31-16,1 0 18 0,2-2-62 0,0-1-49 0,0 0 28 16,3-2-36-16,-2 1-64 0,1-3 15 0,1 1-27 15,-2 1-4-15,-2 0-1 0,2-1 29 16,-4 3 33-16,-4-1-38 0,3 1 151 0,-3-1 124 0,-2 1-79 16,-2 1 95-16,0 2 130 0,-4 0-21 0,2 1 11 15,-1-1-7-15,-4 4 21 0,-2 2-41 16,0 2-26-16,0-1 12 0,-2 1-26 0,0 2-18 15,-2-1 10-15,0 2-21 0,1-1-18 0,2-2 8 0,-1 1-23 16,1 0-19-16,1 1 11 0,2-1-20 16,0 2-19-16,2-2 8 0,2 1-13 0,0-1-8 15,3 0 3-15,2 1-3 0,-1 0-4 0,3 0 1 16,1-3-1-16,1 1 1 0,0-1 0 0,5-1-1 16,-2-1 1-16,2-1 0 0,2-4-3 0,-1 1 0 15,2-2 1-15,0-1-1 0,0-1 0 0,-3 1-1 16,0-1 0-16,-3 1 5 0,-1-1-2 0,-3 0 4 15,-3 1 3-15,-3 0-2 0,-3 0 4 16,-2-1 8-16,-4 3-4 0,-3-3 8 0,-3 1 7 0,-1 0-3 16,-1 0 5-16,-1 2 3 0,-2-1 1 0,0-1-10 15,1 0-6-15,-2 4 6 0,1 1-10 16,2 1-13-16,1 0 3 0,3 0-16 0,4 2-33 16,2 2 20-16,5-1-148 0,5 4-231 0,7 0 155 15,2 0-121-15,4 2-181 0</inkml:trace>
  <inkml:trace contextRef="#ctx0" brushRef="#br0" timeOffset="80032.3">17310 13348 2467 0,'1'-4'122'0,"1"2"16"0,-2 2-36 16,0 0-34-16,0 0 15 0,0 0-26 16,-8 7-25-16,2 0 10 0,0 2-17 0,-2-3-12 15,0 3 5-15,-2 1-7 0,1 1-8 16,2 3 3-16,-2-3-4 0,3 1-2 0,3 0 1 15,-1 0-2-15,4-1-4 0,1-1 1 0,0-4-2 16,3 0-3-16,4 0 2 0,1-4-2 16,-2 1 1-16,5-3-1 0,1-3 2 0,1 0 1 15,2-3 0-15,0-1 2 0,-1-1 1 0,0-1 0 0,2-4 2 16,-3 2 0-16,-2-1 1 0,0-3 0 16,-3 2 0-16,-2 0 2 0,0 1 0 0,-3 0 1 0,-3 1-2 15,-1 1 2-15,-5 1 0 0,-1 3 0 16,-2 2-2-16,-3-1 0 0,0 4 1 0,-1 1 0 15,0 3 1-15,1 1-1 0,0 1-2 16,2 2 3-16,2 2 0 0,1 1-1 0,1-3-1 16,2 5 0-1,2-1-1-15,2-1 0 0,3 0 0 0,5 0 1 0,2-1-1 0,4-3 0 16,5 1 0 0,2-3 2-16,4-3-1 0,3-1 0 0,-2 0 0 0,3-4 0 0,-3-4-1 15,0 0-2-15,-3 0 0 16,-1-1-1-16,-8-1 2 0,-1 3-1 15,-2-4 2-15,-5 4 3 0,-2 0-1 0,-4 1 0 16,-2 1 2-16,-4 1 2 0,0-2-5 16,-4 1-1-16,-1 5 1 0,1 0-1 0,0 5 1 0,-1-2-1 15,0 4 1-15,1 1 2 0,-2 2-1 16,5 3 0-16,1 0-1 0,0 0 1 0,0 0-2 16,4 2-1-16,1-2-1 0,3 1-9 15,6 0-15-15,-1-1 10 0,6 1-57 0,0-2-81 0,3 0 53 16,2 1-259-16,0-2 273 0,0-5-100 15,0-1-100-15</inkml:trace>
  <inkml:trace contextRef="#ctx0" brushRef="#br0" timeOffset="80364.72">18028 13330 2400 0,'5'-6'166'0,"-1"2"-63"0,0 0 18 0,-1 4-36 0,-1 0-32 15,0 0 14-15,-1 6-24 16,0 0-19-16,-1 2 7 0,0 4-13 15,0 2-6-15,-2 2 2 0,-1 1-5 16,0 3-4-16,-1-2 3 0,0 1-8 0,0-2-11 16,0 1 7-16,1-3-26 0,-1-1-28 15,3-2 17-15,0 0-39 0,-1-3-45 0,0-2 19 0,1-2-46 16,1-2-63-16,0-3 28 0,0 0-138 16,0 0 250-16,4-7-119 0,-1 2-70 15</inkml:trace>
  <inkml:trace contextRef="#ctx0" brushRef="#br0" timeOffset="80578.39">17898 13318 2382 0,'0'0'130'0,"3"-6"-31"0,6 4 10 0,1 0-32 15,0-1-21-15,7 2 12 0,2-3-24 16,0-1-25-16,2-1 8 0,-1-2-13 0,2 1-12 15,-1-1 3-15,5 1-13 0,-3-2-18 0,0 1 11 16,1-1-46-16,-2 3-51 0,-1 0 32 0,-1 0-89 16,-5 2-104-16,-3 1 54 0,0 0-56 0,-5 2-61 15</inkml:trace>
  <inkml:trace contextRef="#ctx0" brushRef="#br0" timeOffset="80996.75">17910 13451 2039 0,'-3'9'126'16,"2"-4"-37"-16,5 0 15 0,3-2-21 0,0-1-22 0,5-1 5 16,6-2-21-16,1-2-13 0,1-2 12 0,5-1-20 0,0-3-25 15,1 1 6-15,2-3-36 0,1 0-35 16,-3 0 23-16,2-4-48 0,1 1-43 0,-3 1 14 0,0-1-36 16,0 1-38-16,-3 0 13 15,-2 0 6-15,-2 0 15 0,-2 3-20 0,-4 2 68 16,-4-2 82-16,0 4-52 0,-5 2 107 0,0-2 98 0,-4 6-37 0,0 0 44 15,0 0 50 1,0 0-2-16,0 0-21 0,0 0-17 0,-1 0 19 0,0 0-29 0,0 0-30 0,0 0 7 16,1 0-19-1,-1 0-13-15,-1 0 7 0,-26 4-21 16,24-2-19-16,0 3 11 0,-2 0-18 0,0 1-16 0,-1 0 4 0,1 3-8 16,-2-3-5-16,3 6 1 0,-2 0-2 0,-1 0-4 0,-3 0 1 0,4 3-2 31,1 1-2-31,0 1 2 0,1 3-3 0,0-6 1 0,0 4 0 15,1-3-1-15,4 3 0 0,-2-3 0 16,2-1 0-16,1-1-1 0,-1-2 0 0,3 0 0 16,2-2-2-16,2-3 1 0,2-2-3 15,0-2-7-15,1-2 4 0,2-2-22 0,1-3-27 16,0-2 18-16,1-1-50 0,-2-2-65 0,2 0 34 16,-2-2-137-16,-2 0-175 0,0 0 106 15,-1 1-96-15,-1-2-121 0</inkml:trace>
  <inkml:trace contextRef="#ctx0" brushRef="#br0" timeOffset="81146.48">18192 13436 2878 0,'20'0'80'0,"3"-4"-31"0,0 0 25 0,5-5-49 0,-2 2-69 0,1-4 31 16,4-3-296-16,-2 1 241 0,-1-3-44 15,1-6-78-15</inkml:trace>
  <inkml:trace contextRef="#ctx0" brushRef="#br0" timeOffset="85741.12">20142 13479 1514 0,'0'3'151'15,"-1"-2"-24"-15,-1 2-13 0,1 0 15 0,-11-12-35 16,12 11-23-16,0-2 12 0,0 0-6 15,0 0-14-15,0 0 0 0,13 1-9 0,-4-3-3 0,1-3 7 16,5-2-16-16,-1-3-18 16,4-2 7-16,6-4-10 0,-1-3-10 0,2-1 2 0,2-10-4 15,2 3-1-15,1-4 0 0,0-1-1 16,-1 1-2-16,-5 3 0 16,0-1 0-16,-3 4 1 0,-8 5 0 0,0 1 2 15,-6 5 7-15,-4 2-5 0,-1 4 8 0,-2 1 6 0,-3 2-3 16,-2 0-1-1,-2 3 1-15,-4 2 4 0,1 2-5 0,-1 3-3 16,0 1 0-16,0 4-1 0,1 3-2 0,-2 2 2 16,1 6-6-16,4 0-3 0,0 3 2 0,2 2-11 15,-1 0-23-15,4 3 12 0,2-1-56 16,3 0-55-16,0-5 39 0,4 2-97 0,0-3-146 0,2-1 77 16,1-2-64-16,-2-2-74 0</inkml:trace>
  <inkml:trace contextRef="#ctx0" brushRef="#br0" timeOffset="86023.79">20589 13386 1478 0,'10'-18'161'0,"3"2"18"0,0-3-35 15,1 1-31-15,0-4 14 0,1-2-33 0,-1 2-23 16,-1 2 12-16,1 1-23 0,-4 0-17 0,1 5 6 15,-1-1-7-15,-5 4-1 0,-1 2-3 16,-1 0 1-16,0 3 3 0,-4 2 0 0,-1 0-10 16,-1 2-9-16,-2 2 9 0,1 1-13 15,-3 1-10-15,1 3 3 0,-2 1-6 0,2 3-2 16,0 2 0-16,-2 3 0 0,1 0-2 16,1 4 1-16,1 5-6 0,0 0-16 0,1 4 10 15,2 2-44-15,1 1-52 0,1-1 34 16,1 2-100-16,2 0-143 0,1-5 76 0,2 2-70 15,0-5-82-15</inkml:trace>
  <inkml:trace contextRef="#ctx0" brushRef="#br0" timeOffset="86406.29">20895 13251 1628 0,'-7'2'136'0,"4"2"23"16,-2 4-38-16,1-1-37 0,-1 1 10 0,-1 3-27 15,2 2-20-15,-1 1 10 0,0 0-19 0,2 2-17 16,-3-3 5-16,5 3-9 0,-2 0-6 0,3 1 2 0,0-6-2 16,4 0-2-16,2 0 1 0,1-3-1 15,4-3 2-15,1-4 0 0,5-1-1 16,0-1-1-16,5-4 1 0,0-4-2 0,1-3-2 0,3-4 1 15,-2-3-2-15,2 3-1 0,-2-4 1 16,-1-1-1-16,-4 0 0 0,-4 0 1 0,-2 0 2 16,-4 2 3-16,-3 1-2 0,-7-2 10 0,-4 3 14 15,-5 2-7-15,-4 0 22 0,-4 4 14 0,-4 2-7 16,-3 2-7-16,-3 5 0 0,-2 2 12 0,-2 3-21 16,3 3-25-16,2 5 8 15,1 1-14-15,3 2-16 0,4 0 5 0,5 5-74 16,9 0-88-16,8 0 65 0,8 0-56 15,6 0-79-15</inkml:trace>
  <inkml:trace contextRef="#ctx0" brushRef="#br0" timeOffset="87106.17">21602 13189 2443 0,'6'-7'155'0,"-5"3"-54"0,-1 4 20 0,0 0-48 15,0 0-29-15,-12 3 18 0,5 2-26 16,-2 1-24-16,-4 2 5 0,-1 0-8 0,-2 5-5 0,1-1 1 0,-2 2-2 16,5 2-3-16,-1-1 1 0,1 3-1 15,5 1 0-15,3-1-2 0,1 0-1 16,3 0-1-16,3-1 1 0,1-3-3 15,4-2-3-15,0-3 1 0,3-2-3 16,2-1-3-16,1-2 2 0,1-6 0 0,0-2 0 0,2-2-1 0,-3-1 4 16,4-3 4-16,-5-5-2 15,0 0 3-15,-1-3 4 0,-2 3-1 0,-3-4 2 0,-1 1 1 16,-2 0-1-16,-4 0 1 16,0 3 0-16,-1 1 0 0,-5-1 0 15,0 2 0-15,-1 3-1 0,0 0 1 16,2 3 1-16,-2 2 0 0,0 2-2 0,1 1 0 15,0 3 1-15,3 2-1 0,-2 3 0 0,4 2-1 16,-2-1 0-16,4 3 0 0,4-1 1 0,1 3 0 16,4-2 0-16,2-1 0 0,6 0 1 15,0-2 1-15,5-1-1 0,2-3-1 16,3 1 3-16,2-7-1 0,2 0-2 0,-1-3 0 16,0-2 0-16,1-2-1 0,-6-1 0 0,-2 0 0 15,-2-2 0-15,-3 3 1 0,-6 1 0 16,-2 0 3-16,-5 1 1 0,-5 2 1 0,0 1-3 15,-3 1 0-15,-5 2 1 0,-2 0-2 0,0 2-2 16,-2 2-1-16,-1 2 1 16,0 0 0-16,3 4-1 0,-3 2 0 0,3 1 1 0,0 2 0 0,1 4 0 15,5 1-5-15,1-2 2 16,3 7-50-16,-1-4-61 0,9 2 45 0,4 3-222 0,4-2 220 16,3 0-79-16,2 0-88 15</inkml:trace>
  <inkml:trace contextRef="#ctx0" brushRef="#br0" timeOffset="87537.94">22457 13181 1209 0,'8'-10'194'0,"1"1"-34"0,1 1-7 0,-4 1 15 0,1 2-34 16,-1 1-31-16,-2 0 12 0,-1 1-25 15,-3 3-25-15,0 0 11 0,0 0-18 16,0 0-20-16,4 7 8 0,-8 0-14 0,0 2-11 0,-2 4 4 16,-1 2-7-16,-2 3-7 0,0 3 1 15,-1 3-2-15,0 0-3 0,0 4 1 0,-1 0-2 0,3 0-1 16,-1-1 0-16,1-1-4 0,2-1-9 0,1-4 5 16,1 0-34-16,2-5-31 0,0-4 20 15,0 0-63-15,2-5-87 0,0-2 44 0,2-2-195 16,2 0 265-16,0-5-116 0,1-1-89 15</inkml:trace>
  <inkml:trace contextRef="#ctx0" brushRef="#br0" timeOffset="87736.97">22333 13090 2017 0,'4'-4'142'15,"3"1"-32"-15,3 0 22 16,5-2-41-16,2 0-32 0,3 0 12 0,7 0-25 16,-1 0-20-16,5-1 9 0,1 2-19 15,-1 1-31-15,-2-1 15 0,-2 1-63 16,-4 1-64-16,-4 2 42 0,-1 0-166 0,-6 0-185 0,-4 2 107 16,2 4-106-16,-6 1-129 0</inkml:trace>
  <inkml:trace contextRef="#ctx0" brushRef="#br0" timeOffset="87921.4">22390 13309 2259 0,'19'4'98'16,"1"-3"-41"-16,1-4 24 0,4-2-36 16,1-3-26-16,2-1 5 0,3 1-11 0,-1-1-8 0,-1-5 3 0,5 0-34 15,-3 1-36-15,-3-1 25 0,-1-2-72 16,-2 2-100-16,-2 0 54 0,-4 1-117 0,-3 2-93 15,-4 0 40-15,-4 1-56 16,-2 2-54-16</inkml:trace>
  <inkml:trace contextRef="#ctx0" brushRef="#br0" timeOffset="88168.18">22779 13149 1169 0,'-8'10'215'0,"-2"1"3"16,0 1-37-16,-1 0-22 0,1 2 27 0,0 1-51 0,0 0-46 15,1-1 17-15,-1 0-32 16,1 2-25-16,1-2 9 0,-1 0-21 0,1-1-16 15,-1 0 8-15,2 3-12 0,0-1-11 0,3 1 3 16,-1-2-3-16,4 1-1 0,1 0-1 0,2 0 6 16,0-1 5-16,2-3-3 0,3 2 0 0,2-3 3 0,3 2 2 15,-1 0 1-15,0-2-2 16,2-1 0-16,5 1 13 0,-2-2 8 0,1-3-6 0,2-1-2 16,-1-1 2-16,3-3 7 0,1-2-10 15,-2-1-20-15,1-3 7 0,0-2-36 0,-1-2-44 0,-4-1 28 16,-2-1-99-16,-2-2-128 0,-2 1 75 15,1-2-72-15,-3 1-85 16</inkml:trace>
  <inkml:trace contextRef="#ctx0" brushRef="#br0" timeOffset="88324.73">22557 13423 2586 0,'13'0'134'0,"7"-2"-49"0,3-2 23 0,7-5-38 16,3 0-49-16,8-4 16 0,5-1-100 16,6-3-120-16,2-2 80 0,9-5-64 15,0-1-100-15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5-07T16:33:28.81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7494 5414 515 0,'0'0'34'0,"0"-1"87"0,0 0 15 0,0 0 33 0,0 0-25 16,0 0 0-16,0 0 22 0,0 1-34 16,0-1-34-16,0 0 14 0,0 0-28 0,0 0-13 15,0 0 7-15,0 0-15 16,0 0-11-16,0 1 6 0,-1-1-16 0,0 0-13 0,1 0 8 0,0 0-18 16,0 0-11-16,0 1 5 15,0-1 0-15,-1 1-6 0,0 0-2 0,1 0 0 0,0 0 6 0,-6 9 0 16,2-4 0-16,-1 2-4 15,4 0 1-15,-2 2-2 0,0-1-1 0,0 0 0 0,0 2-2 16,1-3 0 0,2 1-1-16,-1-3-1 0,1 2-1 0,0-1 0 15,2-1 0-15,-2-1 1 0,2-1-1 16,-2-3 2-16,0 0 4 0,0 0-2 0,1 0 2 16,0 0 5-16,-1 0-2 0,1 0-1 15,0 0 1-15,1 0 1 0,23-12-4 0,-19 12-3 0,-2-2 1 0,1-1-2 16,2 2-3-1,-2-1 1-15,1 2-1 0,-4 0-1 0,2 0-1 16,0-1 1-16,-1 0 0 0,1 2 1 16,0 1-1-16,-1-1 1 0,0 0 0 0,1 0 0 15,-1 3 1-15,-1-1 0 0,1 1-1 16,-2-2 0-16,2 2 1 0,-1 0 0 0,0 0-1 16,1 1 1-16,-1-3 0 0,-1 2 1 0,2-1 0 15,-1 1 1-15,-1-1 0 0,2 0 1 0,-1 2-1 16,0-2 0-16,-1 2 0 0,1 1 1 0,0-2-1 15,-1 2 1-15,0 0-2 0,-1-3 2 0,1 2 0 0,0-2 0 16,-1 2 1-16,0-2-2 0,0 1 3 0,0 0 1 0,-1-2-1 0,1 3 2 31,-1-4 2-31,0 3-2 0,0-2 4 0,0-1 3 0,-2 0-2 16,1 0 0-16,-2 1 2 0,0-1 0 16,-1 1 0-16,-1 0-3 0,0-1 1 0,-3 1-3 15,-1-1-1-15,0 0 0 0,-2 0-1 0,1 0-3 16,-1 0 1-16,-1 0-2 0,3-1-1 0,1 2 1 15,0 0-1-15,2 0 0 0,1 0-1 0,0-1 2 16,-1 0 1-16,4 0 0 0,-3-1-1 16,1 0-3-16,1-3 1 0,1 1-28 0,2-2-37 0,0 1 27 15,2-1-89-15,-1-1-98 0,1-1 57 16,4 0-58-16,-1 2-66 0</inkml:trace>
  <inkml:trace contextRef="#ctx0" brushRef="#br0" timeOffset="314.93">7458 5389 873 0,'0'0'190'0,"0"0"16"0,0 0-10 0,0 0 6 16,0 0-57-16,0 0-10 0,0 0 31 0,0 0-44 15,0 0-51-15,0 0 10 0,0 0-19 0,0 0-6 16,1 0 2-16,14-4-12 16,-8 4-6-16,2-2 4 0,2 1-13 0,2-2-10 0,0-1 5 0,4-2-9 15,0 1-9-15,5-2 3 16,3 0-41-16,1 1-80 0,3-2 54 0,1 2-323 15,5 1 289-15,3 0-77 0,2 2-110 16</inkml:trace>
  <inkml:trace contextRef="#ctx0" brushRef="#br0" timeOffset="1180.33">8001 5452 320 0,'-1'-2'197'0,"1"2"-1"0,0 0-13 16,0 0 27-16,0 0-80 0,0 0 6 15,0-1 17-15,0 0-37 0,0 0-41 0,0 0 16 16,-1 1-27-16,0 0-19 0,0 0 6 0,0 0-9 16,0 0-2-16,-12 9-2 0,10-2 2 15,0 2 3-15,-1-1-2 0,0 4-1 16,0-3 2-16,0 1 0 0,1 2-7 0,-1 0-4 15,2 1 5-15,1-2-12 0,0 1-6 0,2-2 5 16,0 1-9-16,4-1-6 0,0-2 3 0,2-1 0 16,1-3 0-16,2 0-1 0,2-2 1 15,2-2 4-15,1 0-1 0,4-1-1 16,-3-3-1-16,1-2 2 0,2 0-2 0,-2-3-1 0,-2-1 0 16,1 1 0-16,-4-2-1 0,-3-2 2 15,2 2-1-15,-1 0 1 0,-5-1-1 0,1 1 2 16,-3 2 1-16,-2-2-1 15,-2 2-4-15,-2 0 1 0,-4 0 1 0,-5 1-2 16,2 1-5-16,-2-1 1 0,-3 3-3 0,0 0 1 16,-1 0 1-16,-1 4 3 0,0 0 3 0,1 1-3 15,0 2 1-15,1-1 1 16,2 3 2-16,0 0-4 0,3 5-5 0,2-1 2 16,0 2-4-16,2 0-15 0,2 1 7 15,3 2-68-15,0-1-76 0,3 1 57 0,2-1-204 0,1 0 219 16,2 1-95-16,0 1-98 15</inkml:trace>
  <inkml:trace contextRef="#ctx0" brushRef="#br0" timeOffset="1678.86">8270 5439 811 0,'-2'-1'110'0,"-2"1"21"0,3 0-2 0,-2 0-2 0,0 0-21 16,0 1 5-16,0 0 18 16,0 2-23-16,0 0-24 0,2 0 7 15,-2 0-15-15,0 4-5 0,-1-1 6 0,2 4-12 16,0-1-12-16,-3 0 5 0,0 2-13 15,2-1-11-15,2 3 6 0,-2-1-10 0,3 0-10 16,-1-2 3-16,3 1-4 0,4-1-4 0,-2-1 0 0,3-1 1 16,-2-2-1-16,3-2 0 15,3-1-1-15,0-2 2 0,-1-1 0 16,2 0-1-16,1 0-1 0,0-2 0 0,0-2-2 0,0 0-1 16,0-1 0-16,0-1-3 15,-1 1-1-15,-2-2 1 0,-1-1-1 0,-1 1-1 0,-3-1 1 0,0 0-1 16,-3 1 1-16,-2 0 1 0,-2-2-2 15,-3 2 1-15,-1-2-1 0,-2 1 0 16,-1 0-1-16,-1-1 0 0,-2 0 0 16,-1 0 0-16,0 2 0 0,-1 1-1 0,0 2 1 0,2 0-1 0,-3 3 0 15,2 1-1 1,2 1 0-16,0 3-1 0,2 0-3 16,2 3 2-16,4 1-17 0,-2 1-49 15,5-1 31-15,0 1-155 0,3 0-206 0,4-2 139 0,2 5-121 0,1-4-163 0</inkml:trace>
  <inkml:trace contextRef="#ctx0" brushRef="#br0" timeOffset="2077.8">8489 5503 1115 0,'-3'-6'186'0,"-1"4"-14"0,1 1-26 0,-1-1 29 0,-1 1-78 0,2 1-30 0,0 0 30 15,-1 5-44-15,0-2-44 0,3 2 10 0,-1 2-11 16,1 0-8-16,2 2 0 0,1 0 0 0,-2 1 0 16,4 0 0-16,-1 0 2 0,3-1 1 0,0-1-2 15,-1 0 6-15,1-1 5 0,1-1-4 0,0-1 14 16,2-2 11-16,0 0-6 0,1-3 4 15,-3-1 7-15,-1-1 1 0,7-2-5 0,-1-1-9 0,-1-2 5 16,0-2-8-16,1 2-5 0,-2-2 2 0,2 0-1 16,1 1 0-16,-9-4 0 0,1 2 4 0,-2 2 4 15,-2 0-1-15,-1-2-1 0,-4 1 3 16,-3 1 0-16,-1 0 3 0,-1 0 0 0,-2 2-2 0,-3-2-1 16,1 3 1-16,-2 2 1 0,0 0-8 0,0 3-7 15,0 1 5-15,0 2-9 0,-1 3-7 16,4 1 1-16,-3 2-4 0,5 0-6 15,0 0 3-15,4 3-96 0,2-4-146 0,3 5 105 0,4 0-79 16,1-1-122-16</inkml:trace>
  <inkml:trace contextRef="#ctx0" brushRef="#br0" timeOffset="2877.95">9391 5491 1126 0,'-3'-6'73'0,"-7"-14"69"16,9 16 11-16,-2 0 108 0,1 0-125 0,-1 1-19 0,1 1 26 15,-1 2-35-15,1-2-51 0,-1 2 18 16,-1 4-26-16,-1-1-22 0,1 2 5 0,0 4-10 16,-1 0-4-16,0 1 3 0,-1 4-4 15,1-1-6-15,1 3 2 0,1-5-4 0,1 4-2 0,3-3 1 0,-1-1-2 0,1 0-3 31,6-1 1-31,-2-1 0 0,4-2 1 0,0 0-1 16,2-3 3-16,-2-1 2 0,6-3-1 0,1 0 1 16,-1-3 2-16,3-1 0 0,-1-4-1 0,1 0 0 15,-3 0 0-15,1-3 0 0,-2 1-1 0,-2-1 1 16,1 0 0-16,-2 0 0 0,-3 0 0 0,-1 1 2 16,-3-2 2-16,0 4-2 0,-1-2 1 0,-3 1 0 15,-4-1 1-15,-2 1-4 0,-1 3-2 0,-2-1 1 16,0 3-1-16,-4-1-1 0,-2 2-1 0,-1 3 0 15,1 0 1-15,-4 4 0 0,-1-1-1 16,1 3-1-16,-1 0 0 0,3 3-2 16,2 0-3-16,3 0 1 0,1 2-2 0,3-2-15 15,3 1 8-15,2 0-90 0,5 0-121 0,1-1 87 16</inkml:trace>
  <inkml:trace contextRef="#ctx0" brushRef="#br0" timeOffset="3378.95">9708 5486 800 0,'0'-4'259'0,"0"0"-15"0,-1 3-24 0,0-2 25 16,-1 1-78-16,0 1-33 0,0 0 34 0,-4 2-54 16,3 0-42-16,-3 2 11 0,1 0-21 15,-2 2-12-15,1 2 3 0,-1-1-11 16,-1 2-10-16,1 1 6 0,0 2-10 0,-1 0-9 0,4 2 3 16,-1 0-8-16,-1-1-5 0,4 2 3 15,-1-2-5-15,4 0-5 0,-1-3 1 16,6 1-1-16,-2-4 0 0,5 0-1 0,0-2 3 15,2 0 2-15,4-2-1 0,0-2 0 16,1 0 2-16,1-2-1 0,1-1 1 16,-1-1-1-16,1-1 0 0,0-2 0 0,-2-2 0 15,0 1 1-15,-3 0-1 0,0-2 2 0,-3 1-2 16,-1 0 2-16,-3-1 3 0,-1 1-2 16,-4-1 1-16,-1 2 0 0,-3-3 1 0,-2 1-3 15,-2 0-2-15,-3 1 2 0,-2 1-4 0,-2-1-1 16,0 3 1-16,-2-1-2 0,0 3 0 15,-2 2 0-15,-1 1-2 0,1 0 1 0,3 2 0 16,-1 3-1-16,3 2-2 0,2 0 1 16,1 2-4-16,2 1-9 0,7-2 6 0,-3 2-87 15,4-1-104-15,5-1 75 0</inkml:trace>
  <inkml:trace contextRef="#ctx0" brushRef="#br0" timeOffset="3829.39">10039 5458 1011 0,'-2'-6'308'15,"0"4"-112"-15,1-1-114 0,-2 2 218 0,1 1-152 0,1 0 30 0,-3 2-43 0,1 2-59 0,-3 2 15 16,1 1-31-16,-1 1-16 0,2 4 7 16,-4 0-16-16,1 3-16 0,3 1 9 15,0 1-14-15,2-2-10 0,0-1 3 0,2 2-5 0,3-3-2 0,3-1-1 0,-2-2 1 31,4-3 2-31,3-1-2 0,2 0 4 0,2-3 4 16,0-3-1-16,1-1 1 0,1-2 3 16,2-3 0-16,-1-2 0 0,-3-1 0 0,0-3 1 15,-2 0 1-15,-1 0 2 0,-3-1 0 0,-2-1 2 16,-3 1 3-16,-2-1-1 0,-2 0-3 16,-4 3-2-16,-3-2 3 0,-1 1-6 0,-2 3-7 0,-4 0 3 15,-1 1-6-15,-1 3-2 0,-2 4 0 16,-4 1-2-16,2 6-3 0,-2 2 0 0,2 3-19 0,-1 5-67 15,2 0 42-15,1 6-384 0</inkml:trace>
  <inkml:trace contextRef="#ctx0" brushRef="#br0" timeOffset="21376.55">13894 5369 500 0,'3'-5'33'0,"-12"-12"71"0,11 14 11 16,1 1 30-16,0-1-17 0,-1 1 5 15,-2 2 24-15,0 0-27 0,0 0-19 0,0 0 8 16,0 0-20-16,0 0-10 0,0 0 8 0,0 0-19 16,0 0-12-16,0-1 7 0,0 0-13 0,0 0-12 15,0 0 5-15,0 0-13 0,0 0-7 16,0 1 4-16,-1-1-6 0,0 0-4 0,0 0 0 15,0-1-2-15,0 1 2 0,-1-1 0 0,-26-28-3 0,20 26-2 16,2 1 2-16,-3-1-3 16,0 2-5-16,1 1 2 0,0 1-5 0,-1 0-3 0,0 1 2 0,0 2-3 15,-2 0-3-15,1 3 0 0,-1-1 0 16,-1 2-2-16,0 1 1 0,-3 0-2 0,1 1-1 0,2 1 0 16,-2 1-1-16,4 2-2 0,-2 0 0 15,2 0 0-15,2 0-1 0,5 2-1 0,-3 1 1 0,5-1 2 0,1 2-2 16,3-1 2-1,1-1 1-15,2-1 0 0,2 2 2 16,0-3 1-16,5-3 0 0,-1 1 1 0,3-4 1 16,-2-1 0-16,4-2 2 0,1-3 0 0,-2-1 0 0,2 0 0 15,0-4 3-15,-1 2-2 0,-1-3 1 16,0-1 0-16,-2 2 0 0,0-3 0 0,-2 0-1 16,-4 1 1-16,-2-2 1 0,-1 1-1 0,0-1 1 0,-3-1-2 15,-2 1-1-15,-5-1 2 0,-1 3-5 16,-1-2-4-16,-1 3 2 0,-3-1-3 0,-3 2-2 15,1 1 0-15,0 1-2 0,-1 3 1 0,0 0 1 16,-1 2-2-16,2 3-1 0,3-2 1 0,0 4-1 16,3-1-3-16,0 1 2 0,4 0-51 15,2 0-71-15,4 0 51 0,3-1-266 0,3 4 259 0,3-2-84 0,1 1-107 16</inkml:trace>
  <inkml:trace contextRef="#ctx0" brushRef="#br0" timeOffset="22087.11">14298 5411 801 0,'1'-4'237'0,"0"0"-82"0,-1 0-98 0,0 0 140 0,0 1-28 15,0 0 22-15,-1 1-41 0,1 0-40 16,0 2 14-16,0 0-33 0,0 0-27 0,0 0 15 15,0 0-34-15,0 0-25 0,-1 0 12 0,0 0-14 16,-13 7-16-16,10-1 3 0,-1 1-5 16,-1 2 1-16,2 2 1 0,1 0-1 15,0 3-1-15,1 0 1 0,2 1-1 0,0-1 0 0,0-1 0 16,2 0 1-16,2-3 0 0,2 0 0 16,1-3 2-16,-1-1 4 0,3-3-2 0,0-2 3 15,2-1 4-15,-2-1-1 0,4-2 0 16,0-4 2-16,0 0 0 0,3-2-2 15,-4 0-1-15,2-2 1 0,-1-2 0 16,-2 1-2-16,-2-1 1 0,-2 0 1 0,-2 0 2 16,-2 1-1-16,0 0 0 0,-3 4 1 0,-2 1 0 15,-2-1-3-15,-2 2-3 0,-3 2 2 0,0-1-2 0,-1 3-1 16,0 0-1-16,-5 0 0 0,0 1 1 0,2 1 0 0,-2 1-1 0,0 1-1 16,1 1 1-1,-2 2-3-15,0-1-2 0,3 2 1 0,3 1-1 16,-1 0-3-16,1 1 1 0,4 2-14 15,2-1-34-15,3 0 21 0,0 0-122 0,5 0-158 16,2 1 106-16,4 0-94 0,1-1-128 0</inkml:trace>
  <inkml:trace contextRef="#ctx0" brushRef="#br0" timeOffset="22574.69">14531 5371 745 0,'0'-6'252'0,"0"3"-86"0,0-1-98 0,0 2 180 0,0 2-102 0,0 0 18 15,0 0-43-15,0 0-60 0,0 0 24 16,0 0-35-16,-1 0-29 0,1 0 5 0,-12 7-8 15,8-1-1-15,0 3-1 0,-1 2-2 16,0 1 0-16,0 1 2 0,0 1-4 0,1 2-4 0,0 2 1 16,1-2-1-16,2 2-3 0,0-4 0 0,1 1-1 15,0-1 1-15,3-3 0 0,1 0 2 16,1-5 1-16,1 1-1 0,1-2 3 0,2-1 5 0,1-2-2 16,1-2 2-16,0-2 1 0,2-1 1 0,1-3-1 15,1-1-2-15,-1-1 1 0,0-2-1 0,-1-1-2 16,0 0 0-16,-2-3 0 0,-1 0 0 0,-4 0 0 15,0 1 3-15,-1-2 2 0,-5 1-1 0,0 0 0 16,-2 1 1-16,0 3 2 0,-3-1-2 16,-1 3-2-16,-3 2 0 0,-2 1-4 15,1 0-2-15,-4 3 1 0,0 1-4 0,-2 1-4 16,0 1 1-16,0 1-3 16,3 3-3-16,0 1 0 0,0 1-1 0,4 1-7 15,2 3 3-15,1 1-82 0,3-1-112 0,1 3 82 16,2-1-66-16,1 1-98 0</inkml:trace>
  <inkml:trace contextRef="#ctx0" brushRef="#br0" timeOffset="22940.09">14730 5376 1235 0,'-2'-1'172'0,"2"1"-40"0,0 0-37 0,0 0 42 0,0 0-76 16,0 0-40-16,-9 8 18 15,6 0-24-15,1 2-15 0,2 2-2 16,-3 0 0-16,1 3 2 0,1-1 0 0,1 3 0 0,0-3 0 16,3-1 0-16,2-1 0 0,-5-2 1 15,6-1 0-15,-1-3-1 0,0 1 4 0,1-6-3 16,1 0 11-16,0 0 9 0,1-1-7 0,0-2 7 15,1-3 11-15,0 0-1 0,1-2 0 16,-1-1-1-16,1 1 2 0,-2-5-1 0,0 1-2 16,-2 0 1-16,0-1 0 0,-2 0 3 0,-1 2-1 15,-3-1 1-15,0-1 2 0,-3 5-1 0,-2-2 1 16,-2 2 1-16,-2 1 0 0,-1 2-5 16,-1 0-6-16,-2 2 5 0,-2 2-12 0,-2 0-10 15,0 3 7-15,2 2-10 0,-1 4-8 0,0 0 1 16,0 1-2-16,2 2-49 0,6 2 27 15,4 2-13-15,3 0-22 0</inkml:trace>
  <inkml:trace contextRef="#ctx0" brushRef="#br0" timeOffset="23653.46">15597 5433 1095 0,'0'-6'215'16,"0"3"-210"-16,0-1 114 0,0 1 157 0,-1 0-113 0,1 3-63 0,0 0 2 15,0 0 8-15,-1 0-51 0,0-1-34 0,-20-9 9 16,15 16-14-16,0 3-9 0,0 2 1 0,-2 0-2 0,2 1-2 15,0 2 1-15,1-1-4 16,2-1-1-16,3 1 0 0,-1-2 4 16,3-1-2-16,3 0-1 0,0-4 3 15,3-2 7-15,2-1-2 0,3-1 2 0,1-2 2 16,1-3 0-16,3-3-2 0,1-1-1 0,1-3 3 16,1-2-6-16,-2-1-2 0,-2-2 1 0,2-2-2 15,-1 2-1-15,-7-3 1 0,-1 2-1 16,-3 1 3-16,-2 2-1 0,-2 1 2 15,-3 3 1-15,-4 3 0 0,-4 0-3 0,1 2 0 0,-3 1 1 16,-5 1 2-16,-1 2 0 0,-2 2-2 16,-1 2-2-16,0 0 3 0,-2 4 1 0,-1 1-2 15,4 0-7-15,1 2 3 0,0 2-6 16,3 1-4-16,5 1 1 0,2 0-86 0,4 0-151 16,3 1 105-16,5-1-78 0,2-3-117 15</inkml:trace>
  <inkml:trace contextRef="#ctx0" brushRef="#br0" timeOffset="24071.07">15841 5359 1117 0,'-1'-2'170'0,"1"2"-98"0,0 0-38 0,0 0 77 16,0 0-80-16,0 0 18 0,-5 12-13 0,3-2-36 0,1 4 0 16,-3 1-2-16,3 2 4 0,0-1 1 15,-1 2 4-15,2 0 5 0,3-4-4 0,0 1 20 16,0-5 19-16,3 1-12 0,-1-5 24 16,3-1 24-16,0-2-9 0,3-3 3 0,-2-3 5 0,2 0 6 15,2-3-20-15,-1-2-18 0,1-1 11 16,0 0-21-16,0-3-17 0,-1 1 6 0,0-1-9 15,-2-2-6-15,-1 2 0 0,-1-1 1 16,-3 1 2-16,-3 0-1 0,-1 1-1 16,-2 1 2-16,-2 2 0 0,-3 1-2 15,-3 0-4-15,-1 2 3 0,-1 2-4 0,-3 1-4 16,-3 2 2-16,-1 2-5 16,-2 1-2-16,0 3 1 0,-1 1-2 0,3 3-5 0,2 1 1 15,1 0-1-15,3 2-18 0,3 2 10 16,2-1-143-16,4 1-200 0,8-3 145 0,1-1-118 15,7-2-172-15</inkml:trace>
  <inkml:trace contextRef="#ctx0" brushRef="#br0" timeOffset="24390.63">16127 5422 1566 0,'-3'6'131'0,"-1"2"-27"0,-1 1-26 0,2-1 23 0,-2 4-43 16,1-1-37-16,3 1 18 0,-2 0-26 15,2-2-12-15,2 2 0 0,4-2 4 16,1 0 5-16,1-3-4 0,2 0 11 0,1-1 14 0,1-1-8 16,2 0 20-16,2-4 14 0,-1 0-8 15,0-3 0-15,2-1 5 0,-1-2 6 0,0-3-8 0,-2 1-11 16,0-3 3-16,-1 0-4 15,-1 0 0-15,-3-2-1 0,-1-1-1 0,-4 0-3 16,-1 1 2-16,-2-3-8 0,-5 4-7 0,-2-1 5 0,-3 1-9 16,-2 3-10-16,-2 2 3 0,-1 1-6 15,-5 4-6-15,-1 2 1 0,-2 5-12 0,-2 2-43 0,0 4 26 16,-1 2-226-16,1 3 199 0,3 2-43 16,3 0-61-16</inkml:trace>
  <inkml:trace contextRef="#ctx0" brushRef="#br0" timeOffset="29715.49">19692 5350 754 0,'0'0'49'0,"0"0"48"0,0-1 1 0,0 0 68 0,0 0-81 0,0 0 4 0,0 0 7 0,0 0-24 15,0 1-17-15,0 0 2 0,0 0-8 16,0 0 0-16,0 0 1 0,0 0 4 0,0 1-2 0,0 0-3 16,12 10-2-16,-8-8 1 0,0 0 4 0,3-4-9 0,-1 1-8 0,6 0 2 15,-4-4-6-15,1 3-9 16,4 0 4-16,-1-2-7 0,1 0-5 15,0-1 2-15,1-1-3 0,-2 0-3 0,3 0 0 0,1-1-2 16,-6 1-2-16,2 1 1 0,-1-1-1 16,-1 0-1-16,-1 2 0 0,-3-1 3 0,-2 3 3 0,0-2-2 0,-2 1 3 15,-2 2 2-15,0 0 0 0,0 0-4 16,0 0-4-16,0 0 4 0,0 0-6 0,-1 0-4 0,0 0 0 16,1 0 0-16,-1 0 0 0,0 0-2 15,-1 0 3-15,-25-4 3 0,27 4-1 16,-9 4 2-16,4-1 2 0,-1 0-1 0,1 0 0 15,0 1-1-15,1-1 1 0,-1 1-1 0,2 0-3 0,0 1 1 0,2 0-1 16,-1 1-2 0,1 0 1-16,-1 2 0 0,1 0-1 0,1 1-1 0,-2 3 0 0,1 0 0 0,0 1-1 15,0 4 1 1,0-3 0-16,1 4-1 0,1-1 2 0,0 1 1 0,-1-2 0 0,1-1 0 31,-1-2 1-31,0-3 1 0,1 1-4 0,0-4-13 0,-1 0 8 0,0-4-33 0,1 1-39 16,0-2 26-1,-1-2-95-15,0 0-109 0,0 0 63 16,0 0-61-16,1 0-75 0</inkml:trace>
  <inkml:trace contextRef="#ctx0" brushRef="#br0" timeOffset="29949.35">19718 5523 1498 0,'-6'-2'257'0,"5"0"-125"0,1 0-79 0,0 2 115 0,0 0-50 0,0 0 34 0,0 0-56 15,0 0-42-15,0 0 10 0,0 0-17 16,0 0-16-16,4-7 4 0,5 6-10 16,-2 1-9-16,0 0 4 0,4-1-8 0,-1 0-6 0,1 0 2 15,2 1-6-15,4 0-12 0,-4-1 7 0,5-1-106 16,-1-2-171-16,2 2 115 0,2-2-91 15,-2-4-128-15</inkml:trace>
  <inkml:trace contextRef="#ctx0" brushRef="#br0" timeOffset="30857.55">20408 5429 1104 0,'-1'-6'71'0,"-5"-14"64"0,7 15 1 15,-1-1 112-15,4 0-142 0,-1 2 7 0,2-2 12 16,-1-4-41-16,2 3-30 0,2 1 8 0,-1-3-15 16,1 3-11-16,0 0 6 0,0 1-10 0,1 0-9 0,-1 2 2 15,0-1-6-15,0 2-6 0,-2 1 4 16,-1 0-7-16,0 0-6 0,-3 1 3 15,0 2 1-15,-2 0 1 16,0 2-3-16,0 1 2 0,-5 0 3 16,2 2 1-16,-2 2-2 0,-1 2-2 0,0 1 2 0,-1 2-3 0,-2 0-2 0,0 4 1 31,1 1-3-31,0 1 0 0,-2-3 1 0,3 1-3 0,0-2-1 0,0-3 0 0,2 1-1 31,-1-4-2-31,1-2 1 0,0-4 0 16,2 2 2-16,1-4-1 0,-2 0 2 0,1-1 5 0,-1-2-2 15,1 0 0-15,2 0 1 0,-1 0 2 16,-1-3-2-16,-1 3-2 0,1-3 1 0,0 1-3 16,2 0 0-16,-3 0 1 0,2 0 0 15,-1-2-1-15,2 3-1 0,1 2 1 0,0 0 1 0,0 0-1 16,0 0 0-16,0 0-3 16,0 0 1-16,0 0-4 0,0 0 0 15,0 0-1-15,0 0 6 0,0 0 2 0,0 0-3 16,1 0 3-16,14 6 7 0,-7-4 1 0,2 1-2 15,-1-3 0-15,4 0 1 0,3 1-3 0,-1-1-2 16,2-1 1-16,1-1-5 0,1-2-6 0,0 1 4 16,4 1-20-16,-4 0-27 0,0-1 18 0,-2 0-75 15,0-2-92-15,-3 3 58 0,-2 0-54 16,-2 2-67-16</inkml:trace>
  <inkml:trace contextRef="#ctx0" brushRef="#br0" timeOffset="31347.48">20682 5425 804 0,'2'-4'222'0,"1"2"-32"0,-3 0-25 0,0 2 23 0,0 0-46 0,0 0-48 0,0 0 17 15,0 0-39-15,0 0-28 0,0 0 14 16,0 0-21-16,0 0-16 0,-1 0 2 16,-10 11-6-16,6-5-5 0,1-1 3 0,0 2-4 0,0 3-5 15,0-1 3-15,1 0-3 16,1 1-1-16,0-2-2 0,2 1 4 0,0 0 1 0,2-3 0 0,0 1 1 16,2-1 4-16,0-1-1 0,3-1 6 15,0-1 6-15,2 0-4 0,2-3 2 0,-1 0 2 16,3-3 2-16,2-3-4 15,0 0-5-15,1-4 4 0,0-2-7 0,0-1-2 16,0-1 1-16,0-1-2 0,-1-2-1 0,-3 2 0 16,-4-2 0-16,0 4 3 0,-3 0-1 0,-3 1 1 15,-2 3 3-15,-2 2-1 0,-4 0 6 16,-1 2 6-16,1 1-3 0,-6 2 0 16,-1 0 4-16,-2 1 2 0,-3 1-7 0,-1 3-6 0,-2-1 5 15,0 3-1-15,0 0-5 0,2 1-1 16,0 1-5-16,5 0 0 0,1 0 3 0,2 2-8 15,3 0-42-15,2-2 21 0,5 2-122 16,2 1-182-16,5-4 123 0,4-2-102 0,0-2-143 16</inkml:trace>
  <inkml:trace contextRef="#ctx0" brushRef="#br0" timeOffset="31779.28">20960 5385 768 0,'0'0'230'0,"0"0"-37"0,0 0-33 0,0 0 33 0,0 0-66 0,0 0-52 0,0 0 25 16,0 0-38-16,0 0-29 0,-6 4 7 0,3 2-11 15,-1 0-9-15,1 3 4 0,-1 2-7 16,2 1-5-16,-3 1 3 0,1 1-3 0,0 0-5 16,0 1 2-16,3 0-2 0,0-2-1 0,1 0 1 15,0 1-1-15,4-4 3 16,2-1-1-16,3 0 6 0,1-4 6 0,2-1-4 0,2-3 2 16,1-1 4-16,3-4 1 0,2-2-3 15,-1 0-4-15,-2-5 1 0,4-2-3 0,-4 0-2 16,-1 0 1-16,-1-1 2 0,-4-2 3 0,-3 2-3 15,-2-1 6-15,-2 3 10 0,-4 0-5 16,-3-1 10-16,-1 4 8 0,-3 1-3 0,-2 2-5 16,-2 1-2-16,-2 2 6 0,-3 2-14 15,0 1-15-15,0 2 7 0,-3 2-11 0,2 2-7 16,0 2 0-16,0 2-1 0,1 2-8 0,3 1 4 0,1 1-152 16,4 0-293-16,7-1 205 0,2-2-146 15,3-3-223-15</inkml:trace>
  <inkml:trace contextRef="#ctx0" brushRef="#br0" timeOffset="32580.71">21735 5413 1248 0,'1'-5'235'0,"-1"-2"-230"0,-5-12 119 0,5 14 187 0,1 1-141 15,-1 1-49-15,0 3-11 0,0 0 3 0,0 0-43 16,-1 0-26-16,0 0 10 0,-17-2-14 0,11 5-13 0,0 2 3 16,-2-1-6-1,-1 3-2-15,1 3 1 0,-1 0-4 0,3 3-5 0,3 3 3 16,-2 0-5-16,2 2-5 0,3-3 2 16,1 0-3-16,3-1-1 0,3-3 0 0,0-1 3 0,4-5 2 15,2-2-2-15,4-3 2 16,1 0 1-16,1-2 1 0,1-5-1 0,1-2-3 0,0 0 1 15,1-4-3-15,-2 0 0 16,-3-2 0-16,-1-1-1 0,-2 1 2 16,-1 0-1-16,-3 1 1 0,-3 0 2 0,-3 2-1 0,-2 1-1 15,-1 2-2-15,-4 1 3 0,-1 1-5 16,-4 1-3-16,-1 2 2 0,-3 0-1 0,-1 1 0 0,-1 1-1 16,-3 1 0-16,0 1 0 0,-1 2 1 15,1 1 1-15,0 2-1 0,2 0-1 0,-1 2 0 0,3 0-2 16,1 1 2-16,3 2-11 0,3 0-27 15,3 2 18-15,1-1-93 0,2 1-87 16,5-2 62-16,4 1-246 0</inkml:trace>
  <inkml:trace contextRef="#ctx0" brushRef="#br0" timeOffset="33011.8">22005 5370 1195 0,'-6'-4'192'0,"3"2"-31"0,0 1-30 0,-1 1 29 0,1 0-64 0,1 2-47 0,-3 2 26 0,0 3-35 16,-2 0-28-16,2 3 5 15,-2 3-10-15,2 3-1 16,0 1 1-16,0 0-2 0,1 0-4 0,4 1 1 0,0-1 3 0,3-2 1 15,0-2-2-15,2-2 6 16,-1-2 9-16,1-3-5 0,6 2 11 0,0-4 8 0,3-3-4 0,0-1 0 16,3-2 3-1,1-3 4-15,1 0-9 0,1-1-6 0,-4-3 3 16,1-2-6-16,-1-1-3 0,-1-1 1 16,-2-1-2-16,-3 0 2 0,-1 1-2 0,-2-2 3 0,-3 1 4 0,-4 0-2 0,0 0 1 31,-4 2 5-31,-3 3 0 0,-2-1 2 0,-2 3 2 0,-4 0 0 15,-1 2-10-15,-3 4-3 16,-3 0 7-16,0 1-10 0,-2 2-10 0,3 3 2 16,-3 1-5-16,4 1-2 0,1 3 1 0,5 1-25 0,3 2-53 0,5 0 36 0,4 1-210 15</inkml:trace>
  <inkml:trace contextRef="#ctx0" brushRef="#br0" timeOffset="33415.16">22279 5372 1621 0,'-6'3'164'0,"3"0"-31"0,-3 1-22 0,-2 3 22 0,2 2-30 0,-1 2-36 0,0 2 9 16,-1 4-25-16,2 0-14 16,1 0 12-16,3 1-18 0,2 0-18 0,4-2 7 0,2 0-7 15,4-3-4-15,3-3-1 16,1-3-1-16,3-1-1 0,2-3 2 0,2-2-6 15,-1-3-4-15,0-4 2 0,-1 0 0 0,-1-1-2 0,-1-1-1 16,1-2 2-16,-6 0 5 0,-2-1-1 16,-2 0 3-16,-4 1 3 0,-4-1-1 0,-3 0 1 15,-5-1 4-15,-4 4 0 0,-5 1 1 16,-3 1 0-16,-3 3 1 0,-3 3-6 16,-2 1-18-16,-3 3 12 0,-1 4-162 15,1 2-306-15,5 2 206 0</inkml:trace>
  <inkml:trace contextRef="#ctx0" brushRef="#br0" timeOffset="38373.32">6749 6492 829 0,'-5'-4'54'16,"-12"-14"91"-16,14 16 11 0,-3-1 75 0,3 0-70 16,-1 1 0-16,3 0 21 0,1 2-47 15,0 0-34-15,0 0 16 0,0 0-34 0,0 0-27 0,0 0 10 16,0 0-15-16,1 0-12 0,12-4 2 15,-6 4-7-15,2 1-1 0,0-1 1 0,4 1-8 16,-1 0-6-16,2 2 5 0,2-1-9 16,0 0-7-16,1 1 2 0,-1-4-14 15,4 2-48-15,0 0 30 0,5-1-181 0,2 1 155 16,5-2-35-16,2-5-56 0</inkml:trace>
  <inkml:trace contextRef="#ctx0" brushRef="#br0" timeOffset="39956.37">8048 6319 1067 0,'0'0'178'0,"0"0"-175"16,0 0 78-16,0 0 162 0,0 0-140 0,0 0-20 15,0 1-1-15,0 0-1 0,-6-4-20 16,8 9-7-16,0 2 5 0,0 0-11 0,2 2-10 15,-1-1 5-15,3 1-12 0,2 0-11 0,-1 2 7 16,-1-5-11-16,2 3-8 0,-1 1 2 16,2-1-3-16,1 1-3 0,-3-2 0 0,-3-2 0 15,2 0 0-15,-1-1 0 0,-2 0 0 16,-1 0 2-16,1-2-1 0,-4-2 8 0,1-1 6 16,0-1-4-16,0 0 1 0,0 0 5 15,-1 0 2-15,-17 5-4 0,8-5-5 0,1 0 2 0,-2-1-6 16,-1 0-1-16,0-1 0 15,-1 0-2-15,2 1 0 0,2-2 0 0,-1 0-1 16,2-1 0-16,0 2 1 0,2-1 0 16,0 0 0-16,2 1 0 0,1-1 1 0,1 0 0 0,0-1 0 0,1 1-3 15,1-1-1-15,2 0 1 0,2-1-4 16,0 0-2-16,1-1 0 0,3-1 0 0,1 0-2 16,2-1-1-16,1 0 2 15,3 1 1-15,0-2 0 0,0 0 1 0,0-1 1 0,-3 0-1 16,4 2 2-16,-1-1 0 0,-3 0 0 15,0 1 0-15,-2-1 2 0,-2 0-1 16,1 3 3-16,0 0 3 0,-8-1-3 0,0-1 2 16,0 3 1-16,-4-1 2 0,-1-1-3 15,0 3-2-15,-3 0 1 0,-3 0 0 0,6 2-2 0,-4 2 0 16,-1 0-1-16,-1 0 0 0,1 4 1 16,-4 0-3-16,1-1-1 0,1 2 1 15,-2 2-1-15,2-2-1 0,0 1 0 0,0 2-3 16,3-3-16-16,3 1 10 0,1 2-82 15,2-1-100-15,2 0 73 0,1 2-62 16,3-2-88-16</inkml:trace>
  <inkml:trace contextRef="#ctx0" brushRef="#br0" timeOffset="40384.87">8396 6304 881 0,'-4'-2'213'0,"0"1"-21"0,0 1-28 16,-1-1 43-16,1 0-103 0,-1 2-13 0,0 1 24 15,-1 2-37-15,1-1-38 0,0 2 10 0,0 0-14 0,0 2-9 16,0 1 2-16,2 0-4 15,-1 1-3-15,2 1 1 0,0 1-2 0,1 0-3 16,1 0 2-16,1 0-5 0,1 0-4 0,2-1 2 16,1 0 0-16,0-3 2 0,2 0-2 0,1-2 0 15,2-1 4-15,0-3-1 0,3-1 2 16,-2-3-2-16,2-2 3 0,2-2-6 0,-2-2 1 0,1-1 1 16,1-1-2-16,-2 0-2 0,-3-1 1 0,2-2-1 15,-3 1 2-15,-1 2-1 0,-2-1 1 16,-3 1 3-16,-3 1-2 0,-1 1 0 0,-3 1 0 15,-3 0 1-15,0 2 4 0,-3-1 2 0,-1 5-3 16,-2-2-3-16,-1 3 2 0,1 1 3 0,-3 1-6 16,0 1-9-16,-2 2 4 0,2 2-6 0,1-2-5 15,2 4 2-15,1-2-5 0,3 1-2 0,2 1 1 16,1 0-29-16,4 2-44 0,2-3 30 0,1 2-187 16,3 0 181-16,3-1-54 0,2 0-69 15</inkml:trace>
  <inkml:trace contextRef="#ctx0" brushRef="#br0" timeOffset="40753.94">8554 6325 1505 0,'-7'-1'205'0,"3"1"-46"0,0 2-39 0,-1 0 45 16,1 1-84-16,0 2-47 15,2 0 21-15,0 3-32 0,0 0-20 0,2 1 4 16,3 2-3-16,1-3-2 0,1 3-1 0,3-1 2 16,3-1 2-16,-1-1 1 0,4-2 0 15,-1-1 3-15,1-3-2 0,2-2 1 0,-1 0 1 16,0-5 0-16,2 0 0 0,-3-3 1 16,0 0-1-16,-2-2 2 0,0 1 2 0,-4-1-1 0,-1 0 3 15,-2 0 4-15,-2 1-2 0,-3-1 2 16,-2 2 1-16,-2 0 1 0,-1-1 4 0,-3 3 3 0,-1 1-3 15,-1 1-3-15,-1 2 0 16,-1 1 3-16,0 1-8 0,-2 2-11 0,-2 2 5 0,0 0-8 16,0 2-6-16,2 1 0 0,-1 2-48 15,2 0-97-15,1 1 67 0,8 2-47 0,4-1-72 0</inkml:trace>
  <inkml:trace contextRef="#ctx0" brushRef="#br0" timeOffset="41452.93">9426 6299 1059 0,'-2'-4'235'16,"2"1"-93"-16,-1 0-87 0,0-1 153 0,-1 2-69 0,2 0 11 0,0 2-31 15,0 0-41-15,0 0 16 0,-1 0-33 16,0 0-22-16,0 0 10 0,-16 4-8 16,12 1-12-16,-1 1 1 0,-2 2-6 15,2 3 2-15,-1 0 3 0,1 0-5 0,0 1-5 16,3 1-1-16,-1-1-1 0,3 0-1 16,2 0 1-16,2-1 0 0,2-1 1 0,2-2 0 15,2-1 1-15,1-2 3 0,3-2 0 0,2-2-2 16,0-2-1-16,2-4 2 0,1-1-3 15,0-2-4-15,1-1 2 0,-2-2-3 0,2 0-3 16,-3-1 2-16,-1-1-1 0,-2 2 0 0,-3-1 0 16,0 2 1-16,-4 0 1 0,-4 1 0 15,-2 2-4-15,-1 1-2 0,-6 0 3 0,-3 2-5 16,0 1-4-16,-3 3 1 0,-2-1-2 16,1 2 1-16,-1 0-1 0,-2 2 0 15,2 1 0-15,2 1 0 0,-1 1-2 0,2 1-3 16,2-1 1-16,2 1-18 0,2 0-39 15,4 1 25-15,2 1-145 0,4-1-188 0,3-2 126 0,3 1-112 16,2-1-150-16</inkml:trace>
  <inkml:trace contextRef="#ctx0" brushRef="#br0" timeOffset="41838.28">9657 6305 1746 0,'0'0'214'0,"-11"0"-125"0,4 1-54 0,1 0 70 0,1 1-41 0,1 3 26 15,-2-2-39-15,-1 3-40 0,4 1 8 0,0 1-12 16,3 0-7-16,0 1 0 0,0 0 2 16,2-1 0-16,3 1-2 0,1 0 3 0,2-1 4 15,-3-2-2-15,3-1 4 0,3-1 1 16,-1-1 0-16,2-2 1 0,1-1 3 0,-1-2-1 0,2-2-1 15,1 0-1-15,-1-1 2 0,0-2-2 16,-1 0-1-16,-3-1 0 0,1 0 0 0,-2-1 1 0,-1 1-2 0,-1-1 4 16,-2 1 2-16,-2 1-1 15,-2-3-1-15,-1 4 1 0,-3-1 2 0,-2 1-5 0,-2 0-2 16,-1 2 2-16,0-1-3 16,-3 1-2-16,0 1 0 0,-1 1-3 0,0 1-2 0,-1 0 3 0,0 2-3 15,-1 1-3-15,2 2 0 16,-1-1-3-16,1 1-3 0,2 3 1 0,2 0-28 0,2 2-74 0,3-1 47 15,3 2-325 1,3-1 299-16,5 2-76 0,6-2-104 0</inkml:trace>
  <inkml:trace contextRef="#ctx0" brushRef="#br0" timeOffset="42137.9">9950 6339 1345 0,'0'0'212'0,"0"0"-39"16,0 0-27-16,-1 1 57 0,0-1-116 0,0 1-9 0,0 0 12 0,0 1-26 15,-10 22-33-15,12-19 14 16,1 1-19-16,0-1-14 0,3-1 1 0,1 1-2 0,2-1 0 0,2-2 0 0,1 1 2 31,-1-2-1-31,4-1 1 0,2-1-3 0,-1-2 0 0,2 0 1 16,-2-1 0-16,-1-2-3 0,0 0 1 0,-1 0 2 15,-3 1 2-15,-1-1-1 0,-3 2 2 16,-3-2 3-16,-3 2-1 0,0 0-4 0,-4-1-4 16,-1 1 5-16,-2 1-7 0,-2 0-5 0,-4 1 0 0,0 0-1 15,0 1-1-15,-5 1 0 0,0 2-18 16,-2 1-34-16,1 1 24 0,0 2-217 16,3 1 191-16,-1 2-43 0,2 0-63 0</inkml:trace>
  <inkml:trace contextRef="#ctx0" brushRef="#br0" timeOffset="43551.45">13033 6450 863 0,'-4'-1'56'16,"1"1"56"-16,1 0 19 0,0 0 67 0,2 0-70 15,0 0-3-15,0 0 27 0,-1-1-14 0,0 0-33 16,0 0 15-16,0 0-31 0,0 0-19 0,0 0 11 16,1 1-21-16,0-1-18 0,0 0 7 0,0 0-10 0,7-9-10 0,0 10 1 15,3-2-6-15,1 0-3 16,3 0 3-16,3 1-7 0,3 1-6 16,3-1 3-16,2-3-4 0,2 2-4 0,1 0 1 15,4 1-31-15,-1 0-66 0,-2 0 44 0,3-2-318 0,-5 1 282 0,-1 1-69 0,1-1-101 16</inkml:trace>
  <inkml:trace contextRef="#ctx0" brushRef="#br0" timeOffset="44533.9">14240 6283 1103 0,'-4'-5'216'0,"3"3"-212"0,0 0 128 16,1 2 155-16,0 0-106 0,-1-1-52 15,0 0-2-15,0 0 12 0,0 0-49 0,1 1-34 0,-1-1 12 16,1 0-16-16,-6-5-15 0,7 13 2 0,4 1-8 16,-2 3-5-16,2-1 6 0,1 3-9 0,0-1-7 15,3 0 2-15,-1-1-4 0,0-1-5 0,-1 1 3 16,3 1-3-16,3-1-4 0,-4 0 1 15,1-2 0-15,-1 0-1 0,0-1 0 16,1 1 0-16,0-2 1 0,-2-1-1 0,-5-3 1 16,2 0 1-16,-3-2-1 0,-2-1 0 15,0 0-2-15,0 0 2 0,0 0-7 0,-8-1-5 0,-3-1 4 16,1-1-2-16,-3 0-6 0,-1-1-1 16,-4 0 1-16,1 1 2 0,-1-1 0 0,1 2 3 0,1-1 2 15,2 0-2-15,0 0 1 16,3 0 3-16,1 2 0 0,2-2 1 0,1 1-1 0,2 1 1 0,2-1-4 15,0 0-5-15,2 0 5 16,1-1-8-16,2 0-4 0,3-1 2 0,3 0 2 0,1-2 0 16,4 0-4-16,2-1 7 15,1 1 7-15,2-1-2 0,2-1 3 0,-1 0 2 0,0 0 0 16,1 0 1-16,-4-1 1 16,-1 1 0-16,1-1 1 0,-2-2 0 0,-3 1 0 0,-1 0 1 15,-2-1 2-15,-3 2-1 0,-1-3 3 16,0 3 3-16,-4 0-1 0,0 2 0 15,-3 0 0-15,0 1 1 0,-4 1 0 0,-1 2-3 0,-1 1 0 0,-4 0-2 16,1 1-2-16,-1 1 1 0,0 3-1 16,-1 0-3-16,0 2 1 0,2-1-3 15,-1 1 0-15,3 3 0 0,1-1 0 0,-2 0-7 16,4 2 3-16,2-2-47 0,3 1-48 0,2 1 38 0,3-2-131 16,2-1-208-16,3 2 119 0,6 1-104 15,0-1-123-15</inkml:trace>
  <inkml:trace contextRef="#ctx0" brushRef="#br0" timeOffset="44916.47">14480 6283 1487 0,'-1'-6'279'0,"1"2"-132"0,-1 1-91 0,1 3 120 0,0 0-49 16,0 0 32-16,0 0-51 15,-10 4-61-15,7 1 12 0,-2 0-21 16,2 4-16-16,-1-1 5 0,-1 1-10 0,2 2-6 16,0-1 2-16,2 1-4 0,-1 0-4 0,3 1 2 15,1-2-3-15,2 0 3 0,2-1-2 0,2-1-1 0,1-2 2 16,1-2 0-16,4-1 0 16,-1-1 1-16,4-3 1 0,1-4-3 0,0-1 3 0,-1-1 1 0,2-2-3 15,-1-1 0-15,-1-2 1 16,-2 0 0-16,-3 0 0 0,-4 0-1 15,1 2 3-15,-5-1 1 0,-3 3 0 16,-2-2-3-16,-2 2 0 0,-3 2 2 0,-5 0 0 16,0 1-3-16,-3 1-1 0,0 2-1 15,-2 0 1-15,0 2 1 0,-1 0-2 0,2 1-2 0,1 3 1 16,0 3-3-16,2-1-1 0,2 0 0 0,0 0-3 16,3 0-9-16,3 1 6 0,2-1-59 15,2 0-55-15,4-1 43 0,2-1-184 0,5 0 196 0,2 1-80 16,1 1-85-16</inkml:trace>
  <inkml:trace contextRef="#ctx0" brushRef="#br0" timeOffset="45249.84">14772 6297 1014 0,'-4'2'298'0,"-1"1"-112"0,0 0-103 0,1 1 224 16,-2 2-173-16,-1 0 24 0,2 2-41 15,0-1-63-15,1 2 21 0,2-1-34 0,0 2-25 0,2-1 6 16,0 0-9-16,5 0-7 16,0-1 1-16,3 0-3 0,0 0 0 0,3-3-1 15,3 0 3-15,0-1 0 0,3-2-1 0,-1-2 1 16,0-2 3-16,2-2-1 0,-1-1 1 0,-1-1 1 0,-1-1-1 16,-3-1 1-16,1 0 3 15,-3 0-1-15,-3-1 1 0,-4 2 5 16,-2 0-3-16,-3-1 0 0,-3 1 3 0,-2 1 0 0,-3 1 4 15,-1 0 1-15,-2 2-2 0,-3 1-4 16,0 2-1-16,0 0 6 0,-1 4-9 16,-1-2-12-16,2 3 6 0,2 0-47 0,3 0-68 15,1 1 48-15,3 0-277 0,6 2 250 0,5-2-71 0,5 2-99 16</inkml:trace>
  <inkml:trace contextRef="#ctx0" brushRef="#br0" timeOffset="45914.3">15601 6316 1372 0,'-1'-2'271'0,"0"0"-117"0,0 1-98 0,1 1 125 0,0 0-37 0,0 0 30 15,-1 0-49-15,1 0-60 0,-18 0 16 0,11 4-30 16,0 1-19-16,-2 1 7 0,0 2-12 15,1-1-10-15,-1 4 3 0,-1 0-6 16,4 0-3-16,1 2 2 0,2 0-5 0,1-1-4 16,2 0 3-16,1 0-2 0,4-4 0 0,2 1-1 15,2-2 3-15,1-3 3 0,2-2-2 0,3-2 2 16,0-2 1-16,1-2 1 0,2-2-2 16,1-3 0-16,0-1 0 0,0-2-1 15,-1 0-1-15,0 0 0 0,-4 0 1 0,1 0 2 16,-5 1-2-16,-1 0 1 0,-4 2 4 0,-2 1-2 15,-4 0-2-15,-2 1-2 0,-4 1 2 16,-3 0-4-16,-1 4-4 0,-3-1 1 0,-2 2-2 16,0 1-1-16,0 2 0 0,-3 2 0 15,3 0-1-15,0 1 0 0,1 1-2 0,3 0-4 16,1 1 2-16,4 1-30 0,1-1-46 16,4 0 32-16,3 0-115 0,4 0-190 0,4-1 115 15,2 0-99-15,1-2-119 0</inkml:trace>
  <inkml:trace contextRef="#ctx0" brushRef="#br0" timeOffset="46269.68">15874 6300 1310 0,'-6'0'283'0,"-1"0"-41"0,1 0-41 15,-1 2 46-15,-1-1-103 0,-2 1-51 0,0 2 36 0,-2 1-64 16,1 1-42-16,3 1 15 0,-1 2-23 15,4 0-15-15,1 0 1 0,3 3-2 0,1-1-5 16,6-1 0 0,2 1 2-16,2-2 1 0,2-1-1 0,2-1 3 0,1-2 3 0,2-2-2 15,2-2 4-15,-2-1 2 0,1-2-1 16,-1-3 1-16,0 0 1 0,-1-2-1 0,-1-1 2 16,-2 1 1-1,-2-2-1-15,-1 0 2 0,-3 0 4 0,-2 0-3 0,-2-1 2 0,-3 1 1 0,-2-1 0 16,-3 1-3-1,-1 0-1-15,-2 0 1 0,-2 1-1 0,-1 1-1 16,-1 1 0-16,-1 1-3 0,0 2 0 0,1 0 1 0,-3 3-4 16,0 0-3-16,1 2 1 0,0 0-4 15,1 3-4-15,2-1 2 0,1 3-35 0,3 0-40 0,4-1 30 16,3 3-121-16,4-2-174 0,5 2 107 0,3 0-93 16,2 0-118-16</inkml:trace>
  <inkml:trace contextRef="#ctx0" brushRef="#br0" timeOffset="46599.75">16178 6360 1839 0,'0'0'214'0,"-1"0"-45"0,0 0-39 15,-16 7 30-15,14-3-49 0,-1-1-71 0,1 2 19 16,0 0-29-16,3 0-21 0,1 1 5 15,4 0-7-15,1 0-4 0,2-1-1 0,4 0 2 16,0 1-1-16,1-3 0 0,1 1-1 16,2-3 2-16,0-1 0 0,1 0 1 15,-2-2 1-15,3-1-1 0,-2-2-1 0,1 0 3 0,-4-1 0 16,0 0 0-16,-1 0 3 0,-4 0-2 0,-1 0 3 16,-3 1 4-16,-2 0-1 0,-2 0 1 0,-3 0 5 15,-2-1-1-15,-2 1 3 0,-4 1 2 0,1 0-1 16,-4 0-6-16,-2 1-2 0,0 1 6 0,-1 2-9 15,-1 0-10-15,-2 2 4 0,-3 0-15 0,2 3-24 16,3 1 15-16,-1 1-140 0,6 2-255 0,0 1 171 16,7 1-127-16,5-3-189 0</inkml:trace>
  <inkml:trace contextRef="#ctx0" brushRef="#br0" timeOffset="47747.15">19054 6468 685 0,'-1'0'46'0,"1"0"76"16,0 0 6-16,0 0 59 0,-1-1-55 0,0 0-2 0,0 1 19 16,-1 0-43-16,1 0-30 0,-1 0 12 15,1 0-17-15,0 0-12 0,0 0 0 0,-7 2-3 16,13-1 0-16,4-1 1 0,-1-3-9 15,3 1-5-15,4 1 6 0,2-1-16 16,2 0-11-16,2 1 6 0,6-1-9 0,1 1-11 0,0 0 4 16,3-2-76-16,-2 1-143 0,1 1 98 15,2-2-70-15,-1 1-107 0</inkml:trace>
  <inkml:trace contextRef="#ctx0" brushRef="#br0" timeOffset="48810.85">20313 6314 1060 0,'-4'-1'69'15,"0"1"91"-15,3 0-4 0,1 0 114 0,-1-1-149 16,0 0 2-16,0 0 13 0,0 0-59 16,1 0-42-16,-2-5 7 0,8 12-8 0,2 0-5 15,2 1-2-15,3 2-1 0,0-1-3 0,2 2 5 16,0-2-8-16,2 1-6 0,-3 1 3 15,2 0-5-15,-4 2-4 0,1-1 1 0,-3-2-1 16,-3 0-2-16,3-1 1 0,-3 1-1 16,-1-3 1-16,1 0-1 0,-3-3 3 0,-2 1 4 15,0-3-3-15,-2-1 13 0,0 0 7 0,0 0-5 16,0 0-8-16,-8-1 0 0,1-1 8 0,-5-3-10 16,2 2-16-16,-6-2 1 15,-3 0-4-15,0-1-2 0,-2 1 0 0,-3-1 0 16,3 1 2-16,4 2-1 0,-3-3 1 0,4 3 1 15,4 0 1-15,1 1-1 0,3 0 2 16,2 1-1-16,2-1-2 0,0 2-4 0,4 0 2 0,0 0-6 16,0 0-4-16,0-1 2 0,5-10 0 15,1 7 1-15,4 0-4 0,2-2 7 16,1 0 6-16,2 0-2 0,3 0 2 0,2-1 4 0,-2 0 0 16,2 1 0-16,-2-1 3 15,-1-1-1-15,1 0 4 0,1 0 2 0,-7-1-1 16,2 2 5-16,-2-1 3 0,-2 0-1 0,-1 1 5 15,-2 4 4-15,-4-4-2 0,-3 0 1 16,1 3-2-16,-5-1 3 0,-1 0-8 0,-4 1-7 16,-2 1 5-16,1-1-7 0,-2 3-6 15,-2 0 0-15,-2 0-1 0,-1 2-2 0,2 0 0 0,1 2-1 16,-1-1 0-16,0 3 0 16,2-1-4-16,4 1-7 0,1 2 5 0,3 0-63 0,3 0-91 15,2 1 64-15,5 1-52 16,1 0-76-16</inkml:trace>
  <inkml:trace contextRef="#ctx0" brushRef="#br0" timeOffset="49213.7">20644 6311 1228 0,'-2'-3'260'0,"-1"2"-119"0,1 0-82 0,-2-1 129 16,0 1-80-16,0 2 35 0,-2 1-53 16,2 1-53-16,-3 2 10 0,2 2-15 0,0 0-11 0,-1 2 4 15,1 1-7-15,1 1-5 0,1 0 4 16,0 0-6-16,3 1-3 0,1-3 1 0,2 1-1 16,2 0-2-16,1-2 0 0,2-2 2 15,2-1 2-15,-1-2 0 0,3 0 2 0,0-3 1 0,0-2 0 0,2-2 0 16,0-1 0-16,-1-2 1 0,2-2-1 15,-1 1-2-15,0-3 1 0,-3 2 1 16,0 1 2 0,-2-1-1-16,-5 1 4 0,-1 0 4 0,-3 0-2 0,-2 2-2 0,-4 1-1 0,-1-1 2 15,-3 1-3-15,-2-1-7 16,2 3 2-16,-3-1-4 16,1 3-2-16,-2-1 0 0,-1 2-3 0,0 0-2 0,0 2 1 0,2-1-2 15,1 2-5-15,3 1 2 0,1 1-9 0,3-1-21 16,3-1 13-1,3 2-110-15,3 0-137 0,5-1 97 0,3 1-84 16,-1 1-117-16</inkml:trace>
  <inkml:trace contextRef="#ctx0" brushRef="#br0" timeOffset="49547.21">20903 6332 1123 0,'-2'-1'234'0,"0"0"-45"16,0 2-38-16,1 0 44 0,-2 2-84 16,-1 0-48-16,1 2 24 0,-1 2-39 0,2 0-27 15,2 2 8-15,-1-1-10 0,0 1-10 0,1 0 2 0,3 2-2 16,2-2-2-16,2 0 0 0,-1 1 1 16,1-2 0-16,3-1 0 0,2 0 3 0,2-3 1 15,-2 0-1-15,2-3 1 0,0-1 3 0,0-2 0 0,1-2 0 16,0-1 0-16,-1-2-1 0,0 0 2 15,0 0-1-15,-4-1 0 0,1-2 2 0,-3 2 4 16,-1 0-3-16,-2-1 5 0,-3 1 3 16,-3 1-1-16,-4-1-3 0,-1 1-1 0,-2 0 3 15,-4 2-6-15,0 1-6 0,-2 2 2 0,-2 0-6 16,2 2-4-16,-2 1 2 0,-1 2-6 16,2 1-11-16,1 1 5 0,2 0-67 15,2 2-110-15,2 0 77 0,7 0-55 0,1 1-87 0</inkml:trace>
  <inkml:trace contextRef="#ctx0" brushRef="#br0" timeOffset="50243.98">21661 6303 1263 0,'-2'-3'205'0,"-1"0"-27"0,3 2-27 0,0 1 17 0,0 0-35 15,0 0-59-15,0 0 23 16,-1 0-37-16,-11 0-27 0,5 3 9 16,1 5-12-16,0 0-8 0,-3 1 0 0,3 3-4 15,3 1-4-15,-3 0 3 0,1 2-5 16,5 0-6-16,-1-1 0 0,2-1 2 15,5 0-1-15,0-1 0 0,2-1 0 0,5-4 4 0,0-1-1 0,4-4 1 16,0-2 1-16,0-1 0 16,1-3-1-16,1-3-1 0,-1-2 1 15,3-1-1-15,-2 0 0 0,-3-2-1 0,-1-1 0 16,0 1 0-16,-4 1 0 0,-3-2 1 0,-2 0 1 0,-5 2 0 0,-2-1-2 31,-2 2 0-31,-1 1 1 0,-6 1-5 0,1 1-3 0,-4 2 2 0,0 1-2 0,-4 2-3 31,0 2 0-31,-1 0-1 0,-2 2 1 0,2 1 0 16,0 1-1-16,1 2 0 0,3 1 0 0,3 0-3 16,1 0-18-16,4 1 11 0,3 1-90 15,3-2-113-15,5 0 81 0,5 1-65 0,1-1-99 0</inkml:trace>
  <inkml:trace contextRef="#ctx0" brushRef="#br0" timeOffset="50628.98">21950 6307 1363 0,'-8'-1'240'0,"2"1"-58"0,0 0-44 16,0 1 38-16,-2 2-55 0,0 1-78 0,1 0 21 15,1 3-36-15,-2 0-18 0,4 1 7 16,2 3-8-16,-2-2-8 0,5 2 0 15,3 0 3-15,0-1 2 0,5 0-3 0,0-1 5 16,2-1 7-16,1-3-3 0,4 1 3 16,-1-4 3-16,1-1-1 0,3-1 0 0,-1-3-1 15,0-1 2-15,-1-2-4 0,-1-1 0 0,-2-1 0 16,0 0 1-16,-4 0 0 0,-1-1-1 0,-2 1 4 16,-3-1 3-16,-1-1-2 0,-2 1 3 15,-3 1 1-15,-3 0 0 0,-1 0-1 0,-4 0-2 16,0 1 1-16,-4 1-6 0,2 1-6 15,-2 2 4-15,1 1-5 0,-1 0-6 0,1 2 2 0,-1 0-2 16,-1 2-2-16,5 3-1 0,-2-1-1 16,2 0-3-16,2 2 1 0,0 0-26 0,6 0-40 15,1 1 27-15,2 0-123 0,2-3-153 0,3 2 98 16,5 1-90-16,2-2-114 0</inkml:trace>
  <inkml:trace contextRef="#ctx0" brushRef="#br0" timeOffset="50943.72">22257 6330 1226 0,'-2'0'253'0,"2"0"-57"16,0 0-45-16,0 0 42 0,-1 1-68 16,-11 8-73-16,9-4 23 0,0 2-40 0,2 0-16 0,-3 1 5 15,6 2-9-15,0-1-6 0,4 2 1 16,-2-1-2-16,3 0 0 0,1-2 0 0,4 1 2 15,0-3 3-15,1-2-3 0,1-1 6 16,0-2 6-16,4-2-3 0,1-3 0 16,0-1 0-16,-2-2 4 0,-1-1-4 0,-1 0-1 0,-2-3 0 15,-1 2 5-15,-4-1 4 0,-5 1-3 0,0-1 0 16,-5-1 2 0,-3 2 3-16,-4-1-6 0,-1 2-7 0,-4 1 4 0,-4 0-9 0,1 4-5 15,-4 1 2-15,-2 4-6 16,-2 2-17-16,-1 3 9 0,-3 3-83 15,4 2-166-15,3 3 112 0,1-2-80 0,6 1-120 16</inkml:trace>
  <inkml:trace contextRef="#ctx0" brushRef="#br0" timeOffset="55984.1">6635 7466 940 0,'0'0'63'0,"-1"-1"61"15,1 1 14-15,-1-1 84 0,0 0-83 0,0 0-12 0,0 0 18 0,0 0-34 16,0 0-35-16,1 1 19 16,0 0-24-16,0 0-22 0,0 0 3 0,0 0-6 0,9-7-1 0,0 6 0 15,0-1-5-15,2 2-7 0,-2-2 6 16,4 1-8-16,1 1-9 0,-1-1 3 15,2 1-9-15,-3-1-6 0,2 1 4 0,-2-5-3 16,2 4-6-16,-1 0-1 0,0 0-2 16,2 1-4-16,-3 1 2 0,2 0-115 0,-3 0-190 0,0 0 135 15</inkml:trace>
  <inkml:trace contextRef="#ctx0" brushRef="#br0" timeOffset="56790.19">7517 7512 1067 0,'0'0'71'0,"0"0"73"0,0 0 7 0,0 0 102 0,-1-2-126 16,1 1-11-16,-1-1 25 0,-6-27-46 15,12 24-45-15,1-1 13 0,3-1-18 0,-2 0-16 0,3-1 3 16,1-2-6-16,2 0-3 0,-2-1 2 16,-1-6-4-16,1 3-3 0,0 0 1 15,1 0-1-15,-1 1 2 0,0-3-3 0,-1 5 8 16,-2-1 7-16,-1 1-3 0,-1 2 1 0,-2 0 7 15,-2 2 1-15,-1 0-3 0,-1 4-3 0,-1-1 3 16,0 1-7-16,0 1-8 0,1 2 6 0,0 0-13 16,0 0-11-16,-1 0 5 0,0 1-3 15,-10 12-4-15,9-5-4 0,-1 3 2 16,1 0 2-16,-2 1 0 0,2 2 0 0,-1 3 0 16,2 0 0-16,1 1 0 0,0 0-5 0,1 1 3 15,3 0-80-15,-1 0-108 0,5-1 80 16,-3-2-64-16,1-1-96 0</inkml:trace>
  <inkml:trace contextRef="#ctx0" brushRef="#br0" timeOffset="57684.42">8020 7357 868 0,'0'-2'167'16,"0"0"-163"-16,0 2 116 0,0 0 113 0,0 0-61 16,-1-1-33-16,0 0-3 0,0 0 20 0,1 1-44 15,0-1-40-15,0 0 19 0,0 0-37 0,0 0-31 16,0 0 13-16,-1 0-10 0,0 0-10 15,0 1-2-15,-6-4 3 0,6 12 9 0,0 0-2 0,-1 0 3 16,0 1 3-16,2 0 0 0,0 3-4 16,2-1-2-16,2-1 3 0,-1 1-4 0,2-2-4 0,2 0 2 0,1-1-1 15,1-3-1 1,2-1 0-16,1 0 0 0,2-3 1 0,1-1 0 0,0-3-1 0,2-2-1 0,-2-2 1 16,1-3-4-1,-1 1-2-15,0-2 1 0,-2-1-2 0,-1 1 1 0,-2 0-1 0,-2-2 1 31,-1 3 3-31,-1 0-1 0,-4 0 1 0,-2 1 0 0,-3 0 2 0,0 2-6 0,-6-3-2 16,1 5 3 0,-3-1-5-16,-2 1-4 0,1 2 1 0,-1 0-2 0,-1 2-2 0,-1 0 1 15,1 2-2 1,0-1 0-16,-1 2 0 0,4 3-4 0,0-3-2 16,1 4 2-16,3 0-6 0,3 1-13 15,2 0 7-15,5 4-106 0,3-2-133 16,3 0 98-16,3 3-81 0,3-2-118 0</inkml:trace>
  <inkml:trace contextRef="#ctx0" brushRef="#br0" timeOffset="58170.79">8382 7289 653 0,'-3'-3'195'0,"2"3"-59"0,-2 0-82 0,0 0 170 0,0 0-71 16,0 0 3-16,-2 1-24 0,1 1-15 0,-1 1 16 15,-1 0-30-15,1 0-29 0,-1 2 12 0,-1 2-22 16,0 1-14-16,0-1 5 0,-1 3-12 15,1 1-11-15,-1 1 5 0,1 1-8 0,2-1-9 16,0 1 3-16,1 0-6 0,4 0-5 0,0-1 3 16,1 0-3-16,4-2 0 0,1-1-1 0,5-1 2 15,1-2 2-15,2-1-1 0,4-3-1 16,0-2 0-16,3-2 2 0,1-2-4 0,-1-2-2 16,2-2 1-16,-3-1-2 0,0-2 0 15,-2 1 1-15,-1 0-1 0,-3-1 2 0,-3 0 0 16,-1-1 4-16,-5 0 2 0,-2 1-1 15,-2 1 0-15,-3-1 0 0,-2 0 3 0,-3 1-5 16,1 2-2-16,-4 2 1 0,-2 0-2 16,0 2 0-16,-3-1 0 0,-2 4-3 15,-1 1 0-15,0 0 2 0,-2 2-5 0,2 0-3 0,2 2 2 16,2 2-3-16,2 1-4 0,4 1 2 16,1 1-7-16,2-1-30 0,4 1 18 0,2 0-191 15,4 0-273-15,3 2 194 0,1-3-157 16,4 1-227-16</inkml:trace>
  <inkml:trace contextRef="#ctx0" brushRef="#br0" timeOffset="58536.93">8694 7341 723 0,'-7'-4'455'0,"2"1"-140"0,0 2-93 0,-1 0 159 0,-1 1-279 16,1 1-54-16,1 3 19 0,0 3-28 0,2 1-30 0,0 2 4 0,1-1-8 16,1 2-7-1,2 1 2-15,1 1-2 0,2-2-2 0,0-1 1 16,3 1 1-16,0-3 2 0,1 1-2 0,4-1 2 16,-1-3 0-16,2-3 0 0,2 1 3 15,-1-3 0-15,1 0-1 0,2-3 3 0,-1-3 3 0,-1 0-1 16,1-2-1-16,-4 0 3 0,1-1 0 0,-2-1 1 15,-1 0 1-15,-3-1-1 0,-3 1 3 0,-1-1 5 0,-2-1-1 16,-3 2 5-16,-3-1 7 16,-1-1-3-16,-3 0 6 0,-1 4 4 0,-1-1-1 0,-2 2-10 0,0 5-7 15,-1-3 9-15,-2 4-11 16,-1 2-14-16,0 4 3 0,1 1-9 0,1 0-36 0,2 5 20 16,2 0-281-1,4 6 237-15,4-2-41 0,4 2-68 0</inkml:trace>
  <inkml:trace contextRef="#ctx0" brushRef="#br0" timeOffset="59218.56">9408 7282 1559 0,'-1'-2'174'0,"-1"0"-13"0,2 2-20 0,0 0 15 0,0 0-36 16,0 0-35-16,-1 0 20 0,0 0-39 15,0 0-30-15,0 0 12 0,-13 2-15 0,10 3-15 0,1 2 1 16,0 4-4-16,0-2-2 0,0 4 1 0,2-1-3 16,1 1-2-16,0-2 1 0,4 1-1 15,0-3-1-15,2 0 1 0,2-1-1 0,1-2 2 0,2-1 0 16,1-2 0-16,3-1 3 15,-1-1-1-15,3-1 1 0,-3-2-1 0,3-5 2 0,-2 1-2 16,0 0 0-16,0-1 0 0,-3-3-1 16,1 2 1-16,-5-2-1 0,1 0 4 0,-2 2 0 0,-4-1-1 15,-2 0-1-15,-1-1 1 0,-1 1 1 16,-5-1-4-16,-1 2-6 0,-3 1 2 0,-1 0-3 16,-1 1-4-16,1 4 0 0,-6-1 0 0,2 3-1 15,-1 2-1-15,0 1 0 0,0 3 0 16,1-2 0-16,1 2-2 0,1-2-2 0,3 3 2 0,3 1-5 15,2-1-20-15,3 0 12 0,3 1-135 16,4 1-186-16,5 1 131 0,2 3-109 0,3-2-157 0</inkml:trace>
  <inkml:trace contextRef="#ctx0" brushRef="#br0" timeOffset="59649.62">9733 7277 1619 0,'0'0'182'0,"0"0"-30"0,0 0-36 0,0 0 36 0,0 0-73 0,0 0-41 16,-7 6 23-16,7 3-29 15,-2-1-24-15,0 3-1 0,2 2-1 0,-1 0-1 0,1 0 1 16,2 0-1-16,1 0-2 0,0-3 0 15,1 0 3-15,2-1 6 0,0-3-4 0,1-1 9 0,2-1 11 16,1-3-6-16,0-1 5 0,1-1 3 16,1-1 3-16,1-2-7 0,0-2-5 0,1-1 4 0,0-1-6 15,-1-1-5-15,0-1 2 0,-1-1-4 16,-2 1 0-16,-2-1 0 0,0-1 1 0,-2 0-1 0,-3-1 0 0,-1 1 0 16,-2 1 0-16,0-1 1 0,0-1-4 15,-2 2-1-15,-2-1 2 16,-2 2-4-16,0 1-5 0,0-1 2 0,-2 3-3 15,-2 2-5-15,0 2 2 0,-1 1-3 0,-1 2-4 0,-2 2 1 0,1 4-2 16,-2 0-1-16,2 1 0 16,0 3 1-16,1 1-2 0,3 1 1 0,0 3-37 0,2-2-39 0,2 0 32 0,2 3-141 31,3-2-185-31,0 1 115 0,5 0-104 0,1-1-132 16</inkml:trace>
  <inkml:trace contextRef="#ctx0" brushRef="#br0" timeOffset="59982.77">9990 7310 1449 0,'-1'5'199'16,"0"-1"-92"-16,-1 1-68 0,0 2 106 0,-1-2-40 0,1 2 9 0,2 3-25 31,-3-2-35-31,2 0 18 0,2-1-24 0,4 2-20 0,-4-3 3 0,6 2-3 0,-1-2 1 0,1-2-2 31,3 1 4-31,1-2 3 0,-1 0-2 0,3-2 1 16,2-1 0-16,-2 0 2 0,3-1-6 0,-2-3-6 15,2 0 4-15,-1-1-4 0,1-3-6 0,-1 0 1 16,-1 1-2-16,-1-1 2 0,-1 1-1 0,-2-3 4 16,-3 1 3-16,-4 1-2 0,-1-2-3 15,-2 0 1-15,-4 0 4 0,-1-1-9 0,-4 2-6 0,-1-2 3 16,-4 0-5-16,-1 2-6 0,-1 3 1 15,-3 3-2-15,0-1-2 0,-2 2 0 0,0 2-4 0,-1 8 0 0,3-1 1 16,-2 6-26 0,3 1-79-16,0 3 50 0,2 5-30 15,1 1-50-15</inkml:trace>
  <inkml:trace contextRef="#ctx0" brushRef="#br0" timeOffset="61062.39">12934 7465 1236 0,'-2'-3'81'0,"1"2"100"15,0 0 6-15,0 0 132 0,0 0-160 16,0 1-13-16,1-1 21 0,0 0-40 0,0-4-50 16,7 6 10-16,5-1-31 0,1 0-11 0,2 0 12 15,6 0-19-15,1 0-20 0,4-3 6 16,0-3-32-16,4 2-97 0,2 1 59 15,0 0-36-15,2 3-58 0</inkml:trace>
  <inkml:trace contextRef="#ctx0" brushRef="#br0" timeOffset="66852.25">13630 7522 1114 0,'-7'-1'467'0,"4"3"-398"0,1 0 70 0,1-2 10 0,1-1-67 16,-1 0-13-16,0 0-7 0,0 1-18 15,0-1 5-15,1 0 30 0,0 0-53 16,1-11-4-16,6 8-2 0,2-2 0 0,-1-1 1 0,3-2 7 15,1-1-13-15,1 1-2 0,0-2 1 16,-2-6-3-16,2 3-4 0,-1-1 0 0,-1-1 1 16,0 2-2-16,1 0-1 0,-2-1 1 0,-1 1 1 15,-1 2 0-15,-1-1 1 0,-2 0 2 16,-1 3 0-16,-2-2 1 0,-1 2 1 0,-1 1 0 0,0-1-2 0,-1 2 0 0,-1 0 1 16,0 0 1-1,0 1 2-15,1 1-2 0,-1 0 5 0,0 2 6 0,1 2-3 0,1 2 1 0,0 0 2 31,0 0 2-31,0 0-7 0,0 0-6 0,0 0 5 0,0 0-10 16,0-1-10-16,0 1 4 0,0 0-7 16,0 0-6-16,0 0 1 0,0 0 3 0,0 0 1 15,4 9-4-15,-1-2 5 0,0 0 5 0,0 3-1 16,1 1 2-16,-2 2 1 0,1 3 0 16,-1 0 2-16,-1 1 1 0,0 1 0 15,-1 1 0-15,0-1 1 0,0 0 1 0,-1 0-3 16,1-2 0-16,-1-2 0 0,-1 1 0 15,1-2-1-15,1 0 0 0,0-2-2 0,0 0 0 16,0-3 0-16,0 0-17 0,1-1-30 0,0-2 19 16,-1-1-73-16,1-1-93 0,0-2 58 15,2 1-56-15,-1-2-64 0</inkml:trace>
  <inkml:trace contextRef="#ctx0" brushRef="#br0" timeOffset="67508.27">14101 7438 938 0,'-2'1'240'0,"0"-1"-77"0,0 0-104 0,2 0 159 16,0 0-44-16,0 0 15 0,0 0-45 16,0 0-47-16,0 0 27 0,0-1-44 0,4-11-38 0,3 6 12 15,2-2-19-15,2-2-13 0,2 1 4 16,2-4-7-16,1-1-6 0,0 0 3 0,2-1-5 15,-3-1-2-15,0 2 0 0,0-1-1 16,-3 2-1-16,-4 0 0 0,0 1 3 0,0 3 4 0,-5 0-2 16,1 2 5-16,-3 0 7 0,-1 1-3 15,-1 1 4-15,0 2 4 0,-1 0 0 0,-3 0-3 16,4 1-3-16,-1 1 3 16,2 1-9-16,0 0-9 0,0 0 6 0,-1 0-5 0,0 0-6 15,-14 11-1-15,13-4-2 16,-1 3 0-16,0-1 0 0,3 3 0 15,0 0-1-15,0 2-1 0,3 1 1 0,0 1 0 16,1 0 0-16,-1-2-1 0,1 1-10 0,1-1 7 16,1 1-37-16,-1-2-33 0,1-3 23 0,0 0-56 15,0-2-83-15,0-2 38 0,-1 1-153 0,-2-2 233 16,1-1-108-16,0 0-73 0</inkml:trace>
  <inkml:trace contextRef="#ctx0" brushRef="#br0" timeOffset="68150.08">14469 7268 526 0,'1'-3'195'0,"2"-2"9"0,-3 2-2 0,1-1-2 0,0-1-19 15,0 0-9-15,0 1 18 0,-1-1-39 16,0 0-29-16,0 3 16 0,0 2-33 16,0 0-25-16,0 0 10 0,0 0-24 0,0 0-19 0,0 0 10 15,-1 0-15-15,-10 0-13 0,6 5 4 0,0 2-9 16,-1 1-3-16,1 2 3 16,-1 2-7-16,2 0-4 0,-1 2 2 0,3-1-6 0,-1 1-3 0,1 1 2 15,2-1-5 1,0-1-3-16,3-1 2 0,1 0-1 0,1-3-1 0,3 1 0 15,2-4 3-15,1-1 3 16,2-2-2-16,3-1 1 0,-1-1 1 0,3-2 1 16,3-2-1-16,-2-1 0 0,2-2 0 15,0-1-1-15,-1-2 1 0,-2 1 0 0,1-3 2 16,-3 0 2-16,-4 1-2 0,0-1 3 0,-5-1 5 16,-2 2-2-16,-1-2 0 0,-3 0 2 15,-3 1 0-15,-2 2 0 0,-2-1-1 16,-3 0 2-16,-1 2 0 0,-2 0 3 0,-3 4-2 15,-3 2-2-15,0-1 1 0,-1 1 2 0,-1 2-1 16,1 0-4-16,1 3 0 0,0 0-5 16,3 1-3-16,2 2 3 0,2 1-4 15,2 0-6-15,2 0 1 0,1 1-6 0,0 0-10 16,3 0 6-16,1 0-40 0,2 1-49 0,2-3 35 16,3 1-112-16,1-1-187 0,3 1 106 0,0 2-89 15,1 2-112-15</inkml:trace>
  <inkml:trace contextRef="#ctx0" brushRef="#br0" timeOffset="68577.89">14839 7300 1225 0,'0'0'237'0,"0"0"-50"0,0 0-48 0,0 0 39 0,0 0-54 16,0 0-64-16,-2 10 18 0,2-5-31 15,0 3-8-15,0 1-1 0,0 2-2 0,0 0-6 0,0 0 4 16,0 1-7-16,2-1-9 0,2 2 3 16,1-3-4-16,0-1 0 0,1-1-1 0,3 1 4 15,-1-3 4-15,4-2-4 0,0 0 8 16,0-3 5-16,2-1-1 0,5-1-5 15,-2-3-2-15,1-2 5 0,-1-1-6 16,0-1-6-16,-3-1 2 0,-1-1-2 0,0-1 1 16,-8 0 0-16,-1-1 1 0,-1 2 3 0,-1 0-2 15,-4 0 2-15,-2 0 4 0,-2 1-2 0,-4 1 0 16,0 3-1-16,-2-1 2 0,-5 0-8 16,-1 3-6-16,-1-1 5 0,-1 4-8 15,-1 0-9-15,1 1 3 0,2 3-4 0,2 2-5 16,3 2 2-16,2-1-13 0,3 3-40 0,3 0 24 15,4 2-178-15,1 1-305 0,5-1 204 0,2 0-159 16,0 0-227-16</inkml:trace>
  <inkml:trace contextRef="#ctx0" brushRef="#br0" timeOffset="69372.25">15600 7338 1158 0,'1'-7'75'0,"-6"-14"94"0,6 16 5 0,1-1 118 15,0-1-136-15,0 3-2 0,-2 0 19 0,1-2-46 0,-1 3-44 16,0 0 14-16,-2-1-29 16,-1 3-24-16,1-1 12 0,-4-2-20 0,0 3-17 0,0 4 6 0,-1 1-9 15,0 2-7-15,-2 2 1 0,-1 0-2 16,1 2-2-16,1 2 1 0,0 2-3 0,1-1-2 0,2 2 2 16,0-2-4-16,2 0 0 0,3 0-1 15,1-2-2-15,4 0 2 0,1-4-1 0,2 1 3 16,3-3 1-16,3-2 0 15,3-2 2-15,0-1 4 0,1-3 0 0,4-3-2 16,-2 0 0-16,2-3 1 0,1-2-1 16,-2 1-3-16,-2-1 0 0,-1-2-1 15,-1-1 0-15,-4 2 0 0,-1 0 0 0,-4 2 3 16,-4 0-1-16,-2 0 1 0,-1 1 1 0,-3 2 1 0,-4 1-3 16,0 0-2-16,-4 1 3 0,-2 2-2 15,0 0-2-15,-1 2 0 0,-1 1 1 0,-3 3-1 16,1-1 1-16,-2 2-1 0,1 0 0 0,1 1 0 0,-1 1-1 15,2 1 0-15,2-2-1 0,2 3-2 16,4-1-4-16,1 1 3 0,3 0-26 0,3-1-40 16,3 0 29-16,3-1-139 0,3 0-196 15,2-3 131-15,2 3-109 0,0-1-145 0</inkml:trace>
  <inkml:trace contextRef="#ctx0" brushRef="#br0" timeOffset="69779.83">15950 7302 1194 0,'-10'-8'297'16,"0"5"-127"-16,2-2-91 0,-2 2 206 0,1 0-174 0,0 2 26 0,1 2-39 15,0 0-58-15,2 3 14 0,-1 0-24 16,1 5-13-16,2-2 4 0,2 4-7 15,1 1-5-15,0 1 0 0,3 2 1 16,1-2-1-16,3 1 2 0,1 0-2 0,2-2 7 16,0-2-4-16,4 0 11 0,1-2 8 0,1-4-5 15,0 1 2-15,2-4 6 0,1-1 1 16,2 0-4-16,-1-3-8 0,1-2 5 0,-1-1-8 16,-1-1-4-16,-1 0 1 0,-2-2 0 15,-2 0-1-15,-4-3-1 0,0 3 2 0,-5-2 4 16,-2 2-2-16,-2-1 0 0,-1-1 1 0,-3 2 1 15,-2 0-6-15,-2 0-3 0,-2 2 3 16,-3-1-6-16,-1-1-3 0,-2 4 1 0,-3 0-4 16,0 0-1-16,-1 2 1 0,-1 3-2 15,3 0-3-15,1 3 1 0,1 2-2 16,3-1-1-16,4 4 0 0,-1 1-7 0,5-2-9 0,3 0 6 16,2 0-52-16,3-3-82 0,5 1 55 15,3-1-295-15,2 1 294 0,3-1-97 0,-1 0-108 16</inkml:trace>
  <inkml:trace contextRef="#ctx0" brushRef="#br0" timeOffset="70139.17">16239 7385 1433 0,'-3'3'167'0,"-1"2"-17"0,0-1-21 0,1 0 12 0,0 2-31 16,1 0-43-16,1 1 21 0,1-2-33 0,0 1-27 0,3-1 9 16,1 1-13-16,2-2-4 0,1 0 0 0,2-2 0 15,1 1 1-15,3-1-1 0,1-2 3 16,1-1 4-16,2-1-2 0,2 0 0 16,1-3 0-16,0 0 2 0,-1-1-5 0,1-1-3 0,-2 0 3 0,-2 0-5 15,-1-1 1-15,-5 1-1 0,-2 0 6 16,-4 0 1-16,-2-1-1 0,-2 2-2 15,-3-3 2-15,-1 2 3 0,-3 0 0 0,-1-1-4 0,-4 0-1 16,-1 0-4-16,-1 1-2 0,-5-2 3 16,0 2-5-16,-4 2-9 0,0 0 3 0,-2 2-5 0,1 3-3 0,2 1 1 15,-1 3-4-15,4 2-5 16,2 3 3-16,2 0-57 0,3 2-83 0,4 2 59 0,4 2-45 16,4 2-72-16</inkml:trace>
  <inkml:trace contextRef="#ctx0" brushRef="#br0" timeOffset="70856.48">18953 7405 1594 0,'0'0'260'0,"0"0"-255"0,-1-1 103 15,1 0 267-15,0 0-252 0,6-14-23 0,6 15-7 0,0 0 2 16,3-2-35-16,6 2-13 15,2 0 11-15,3-3-21 0,3 2-21 16,0 1 8-16,4 1-46 0,3-1-122 0,-4 2 76 0,3-2-48 16,0-1-73-16</inkml:trace>
  <inkml:trace contextRef="#ctx0" brushRef="#br0" timeOffset="76613.95">19740 7503 953 0,'0'0'62'0,"-1"-1"63"0,0 0 4 0,0 0 93 15,1 0-100 1,0 0-11-16,0 0 17 0,3-27-34 16,2 22-28-16,3-2 10 0,3-1-19 15,0 0-18-15,2-2 8 0,0-5-10 0,0 1-8 0,1-1 2 16,1-3-5-16,-2 1-2 0,1-1 0 16,0-1 2-16,-3 2-2 0,0 1 0 15,-1 1 2-15,-1 5 3 0,-3-1-1 0,-1 1 2 16,0 3 8-16,-4 2-4 0,1-1 5 15,-2 3 0-15,0 1 1 0,0-2-10 0,0 5-6 0,0 0 7 16,0 0-13-16,0 0-13 0,0 0 4 16,0 0-4-16,0 0-4 0,0 0 0 0,0 0-1 15,0 0 2-15,0 0-1 0,-3 11 1 16,3-4-1-16,1-1-1 0,1 3 2 16,1 1-1-16,-2 0 0 0,1 1-1 0,0 1 2 15,0 1 0-15,-1 3-1 0,0-2 0 16,1 0 0-16,-1 2 0 0,0-2 1 0,-1 1 0 15,0-2-2-15,0 0-5 0,0-2 3 0,0 0-35 16,0-2-43-16,-1-1 32 16,1 0-113-16,-1-2-166 0,1-1 98 0,0 0-87 0,1-1-104 15</inkml:trace>
  <inkml:trace contextRef="#ctx0" brushRef="#br0" timeOffset="77349.17">20260 7292 1502 0,'-2'-6'264'0,"-1"1"-128"0,3 1-82 0,-1-2 121 0,0 1-41 0,1-1 31 15,0 0-55-15,0-2-41 0,1 1 13 16,2-3-23-16,1 3-24 0,2-1 9 16,0-1-15-16,1 0-12 0,3 2 5 0,2-1-8 0,-2 2-5 15,2 0 1-15,1 0-2 16,0 1-3-16,0 0 1 0,-2 3-5 0,-2-1-1 16,0 2 0-16,1 1 0 0,-1 2-5 0,-6 0 1 15,-1 1 1-15,1 2 2 0,-2 2-2 0,0 3 3 16,-1 2 2-16,-6 1 0 0,-1 2-2 15,1 4-2-15,-2-1 2 0,-3 3-7 0,-1 1-5 0,-3 0 1 16,0-1 0 0,2 0-1-16,-1-1-2 0,0-2 3 0,2-1 3 15,3-3 0-15,-1-1 0 0,2-3-1 16,2-2 3-16,1-1-5 0,2-3-3 0,0-1 2 0,0-2-7 0,0-1-8 16,1-2 5-1,1-1-2-15,1-2-4 0,0 0-1 0,0-1 7 0,0 0 9 0,0 0-6 16,0 0 8-16,0 0 9 15,0 0-1-15,0 1 2 0,1 0 1 16,-1 1 0-16,0 1 1 0,0 0 3 0,0 3-2 0,0 0 3 16,0 0-1-16,0 0 1 0,0 0 0 15,0-1 1-15,1 1 1 0,0 0-2 0,16-7 2 0,-10 7-2 16,2 0 2 0,0-1-1-16,2 1 1 0,2 0-3 0,0 0 0 0,3 0 1 0,1 0-2 0,0 0-1 15,3 0 0-15,-1-1-2 0,-3 1-4 16,1-1 2-16,1 1-44 15,-4 0-50-15,-1-2 38 0,0 1-151 16,-4 0-199-16,1 1 121 0,1 1-109 0,-2 2-137 0</inkml:trace>
  <inkml:trace contextRef="#ctx0" brushRef="#br0" timeOffset="77713.64">20530 7393 876 0,'0'0'240'0,"0"0"-39"16,0-1-36-16,0 0 42 0,6-19-76 0,-2 15-48 0,0-3 25 15,2-2-43-15,2 0-31 0,1 0 12 16,-1-3-18-16,3 0-16 16,-1-2 4-16,1-1 2 0,-1-1 4 0,0 2-5 15,-1-2 18-15,-1 3 21 0,-2 2-11 0,0 0 18 16,-3 2 19-16,-1 2-5 0,-1 1-3 15,-1 2 0-15,0 1 6 0,-1-1-20 16,0 2-17-16,-2 1 11 0,3 2-23 16,0 0-19-16,0 0 8 0,0 0-13 0,0 0-12 0,-1 0 2 15,0 0-2-15,0 0-3 0,0 1-1 16,-12 15 3-16,11-10 1 0,2 2 0 0,0 0 2 16,0 2 1-16,0 1 0 0,0 3 1 15,0 0 1-15,1 1-1 0,0 0-4 0,0 1-12 16,0 2 9-16,0-2-38 0,0 0-42 0,-1-1 28 15,0 0-73-15,1-2-92 0,1-1 44 16,-1-1-111-16,1-2 218 0,-1-1-125 0,1 0-74 16</inkml:trace>
  <inkml:trace contextRef="#ctx0" brushRef="#br0" timeOffset="78165.7">20831 7242 1046 0,'0'-1'245'0,"0"1"-26"0,0 0-32 0,0 0 23 0,0 0-63 0,0 0-63 0,0 0 32 0,0 0-43 15,-3 12-44-15,3-4 10 16,-1 3-19-16,1 0-2 0,0 4 3 16,0-2-5-16,0 1-3 0,1-2 0 0,0 1-4 15,0-2 0-15,5-2 1 0,0 1 0 16,0-4 1-16,2-1-1 0,2-2 2 0,0 0 5 0,1-3-1 0,2-2 1 16,1-2 4-16,0-1-1 15,-1-1-4-15,2-3-1 0,-1-1 3 0,0-1-4 0,0 0-4 0,-3 0 1 16,1 0 1-16,-5-3 1 0,-1 1-1 15,0 0 6-15,-3 2 6 0,-2-1-3 0,0 0 7 16,-4 2 7-16,-1 0-2 16,-1 1-3-16,-2 0-1 0,-1 3 4 0,-2 0-10 0,-1 2-10 0,-3 0 5 15,0 2-7 1,-2 0-8-16,0 1 2 0,0 1-3 0,1 2-4 0,3 1 2 16,0 0-6-16,2 2-15 0,2 1 8 0,1 1-88 15,5 2-123-15,2-1 87 0,0 2-69 16,6-1-106-16</inkml:trace>
  <inkml:trace contextRef="#ctx0" brushRef="#br0" timeOffset="78912.81">21639 7238 1097 0,'1'-4'231'0,"-2"0"-226"0,1 2 135 0,-2 0 153 0,1-1-94 0,-9-13-60 15,7 14-1-15,-1 2 8 0,0 0-55 0,0 1-34 0,-3 2 12 0,-1-3-17 16,1 6-17-16,1 1 3 0,-4 1-5 15,4 3-5-15,-4 2 2 0,2 1-8 16,3 1-6-16,1-1 4 0,1-3-5 0,-2 1-8 0,6 0 2 16,-1-1-3-16,6-2-1 0,2-2 0 0,2-1 1 15,3-1 1-15,0-2-2 0,5-1 2 0,-2-2-1 16,5 0 1-16,0-5-1 0,-1 0-4 0,-2-1 3 16,1-3-6-1,-2-1-2-15,-1 0 1 0,0-1 0 0,-4 1-2 16,-2-1-1-16,-2-1 3 0,-2-1 4 0,-3 0-1 0,0 3 1 15,-4 0 5-15,-5-1-1 0,0 2 4 16,-2 1 1-16,-2 2 0 0,-3-1-1 16,1 4 2-16,-3 1 1 0,-2 0-4 15,1 2-3-15,-3 0 2 0,0 1-3 0,1 2-5 0,4 0 2 0,-3 1-3 16,5 1-10 0,2 1 6-16,3 2-61 0,6-1-71 0,3 2 53 15,4-1-227-15</inkml:trace>
  <inkml:trace contextRef="#ctx0" brushRef="#br0" timeOffset="79331.21">21916 7191 998 0,'-6'-7'382'0,"4"1"-88"0,-3 3-70 15,0-1 100-15,0 0-188 0,2 2-59 0,-3 2 34 0,3 1-54 16,-5 2-37-16,3 2 8 0,4 5-9 16,-2 0-9-16,1 4 1 0,0 0-3 15,2 2-1-15,2 1 2 16,6 0-2-16,0-1-3 0,-2-3 1 0,6 1 1 16,-1-4 3-16,3-1-2 0,-1-2 1 15,5-2 5-15,-4-1-2 0,4-4 5 0,0 0 1 16,-1-3 1-16,1-1-5 0,-1-1 3 0,0-2 1 15,-2-1-3-15,-3-1-3 0,-1 0 1 16,-1-1 1-16,-3 1-1 0,-1-4 0 0,-2 0-1 16,-4 1 1-16,0 0 0 0,-4-2 1 15,0 1 1-15,-2 1-2 0,-3-1 0 0,1 3 1 0,-3 1 1 16,-2 0-5-16,-1 3-3 16,-1 1 3-16,-2 0-5 0,0 4-4 0,0 1 0 0,0 2-1 15,2 3-3-15,0 1 1 0,2 1-4 16,4 3-14-16,1-1 9 0,2 3-79 15,3 0-98-15,3 0 70 0,3 0-290 0</inkml:trace>
  <inkml:trace contextRef="#ctx0" brushRef="#br0" timeOffset="79664.25">22281 7258 1495 0,'-2'0'238'0,"1"2"-60"0,-3-2-43 0,4 5 47 0,-1-1-76 15,-1 1-61-15,4 1 18 0,-2 2-28 16,3 0-10-16,1 0 3 0,4-1-8 0,-3 0-3 16,4-1 2-16,2 1 3 0,0-1 2 15,3-3-4-15,-1-1 2 0,-2-2 6 0,2-1 0 16,3-3-4-16,-5-1-2 0,0-3 2 0,-1-1 1 15,-2-1 1-15,0 0-3 0,-2 0 6 16,-1-2 10-16,-4 1-4 0,-1-3 3 16,-2 2 4-16,-2 0 1 0,-1-1-5 15,-2 3-8-15,-2-1 6 0,-4 3-16 0,0 2-11 16,-3 2 7-16,1 2-11 0,-3 2-12 0,-1 1 2 16,4 4-35-16,-2 1-66 0,3 2 44 15,3 2-368-15</inkml:trace>
  <inkml:trace contextRef="#ctx0" brushRef="#br0" timeOffset="81395.42">6533 8276 737 0,'-3'0'143'0,"1"0"-140"0,1 0 125 15,1 0 94-15,0 0-27 0,-1-1 2 0,1 0-1 16,-1 0 21-16,0 0-32 0,0 0-33 0,0 0 27 0,0 1-50 0,1-1-39 15,0 0 15-15,5-4-17 0,4 5-16 0,4 3 0 0,2 0-21 16,2 0-9-16,2 1 14 0,4 2-21 16,-2 0-26-16,1-1 8 15,1-4-47-15,0 0-88 0,1-1 57 0,3-1-40 0,-1-1-61 16</inkml:trace>
  <inkml:trace contextRef="#ctx0" brushRef="#br0" timeOffset="95999.4">2955 7979 757 0,'-1'-8'149'0,"0"1"-146"15,0 1 116-15,-2 0 93 0,2 1-37 0,-12-15-33 16,8 16 1-16,2-1 22 0,-1 3-48 16,-1-2-42-16,0 3 21 0,-4-4-33 15,2 4-28-15,1 0 7 0,-2 1-12 0,0 2-8 16,1 3 3-16,-1 2-6 0,0 2-2 0,2 2 1 15,-3 3 5-15,2 1 5 0,-1 1-5 0,-1 2 7 16,2-1 7-16,0 2-1 0,0 0-7 0,4-1-6 16,1-1 7-16,1-1-10 15,1-1-11-15,4-2 3 0,1-1-5 16,1-3-3-16,3-2 2 0,-1-2-1 0,3-1-1 16,0-3 0-16,0-1-8 0,0-2-11 0,0-1 9 15,0-2-9-15,0-1-8 0,-2-1 0 16,-1 1 8-16,-3 0 5 0,0 0-7 0,-4 1 8 15,-1 0 5-15,-3 1 2 0,-3 1-1 16,0 2-2-16,-4-1 0 0,2 1 1 0,-3 1-1 16,0 1 0-16,0 2-6 0,1-1-18 0,3 2 13 15,0-2-86-15,3 3-134 0,1-1 89 0,4 1-71 16,5 0-103-16</inkml:trace>
  <inkml:trace contextRef="#ctx0" brushRef="#br0" timeOffset="96625.05">3111 8001 1537 0,'-3'-5'237'0,"0"2"-36"0,0 1-34 0,-2 0 36 0,-1 2-78 16,4-1-51-16,-2 2 27 0,0 2-45 15,0 0-37-15,1 3 11 0,-1 2-14 16,1 2-13-16,1-1 2 0,-1 4-3 0,1-1-1 16,-1 1-1-16,2 0 4 0,1-1-4 15,1-3 2-15,1-1-2 0,-1 0 0 0,2-2 0 16,-1-3-1-16,2 1-1 0,-1-3-2 16,1-1 4-16,-2-1-1 0,2-1 0 0,1-3-4 15,-1-2-2-15,2-1 3 0,-1-2-4 16,-2-2-5-16,0 0 1 0,2 0 0 15,-1 1 1-15,0 0-2 0,-4-1 4 0,-2 1 2 16,2 3-1-16,0-3 1 0,-4 3 4 0,-3 1-1 16,1 0 1-16,-1 1 0 0,3 2 0 0,1 2 1 15,-3 2 1-15,2 1 0 0,2 2 1 0,-1-1 0 16,0 2 0-16,-1-1 0 0,1 2-1 16,3-1 1-16,0 0 0 15,3 1 0-15,1 2 0 0,1-1 0 0,3-2 3 16,0 0-1-16,1-1 0 0,2 1 2 0,-1-1-1 15,2-2 0-15,1-2 1 0,0-1-1 0,0 0 2 16,0-3 0-16,1-1-1 0,-2-4 0 16,0 0 2-16,-4 1 0 0,2-2-1 0,-3 0 1 15,-2 1 0-15,1 1 2 0,-4 2 2 16,0 1-2-16,-2 0 3 0,-1 2 4 0,-1 2-1 16,-2 2 1-16,0 0-1 0,0 3 1 0,-2 1-3 15,2 2-3-15,-1 1 2 0,1 2-2 16,-1 2-3-16,2 1-1 0,0 1 0 15,2 2 1-15,1-1-1 0,0 2 0 0,0-1-3 0,2 1 2 16,2-3-4-16,1 0-7 0,0-1 5 0,1-2-37 16,1-1-40-16,-1-1 29 15,1-1-88-15,-1-2-129 0,-1 1 72 16,-1 0-66-16,-2-1-75 0</inkml:trace>
  <inkml:trace contextRef="#ctx0" brushRef="#br0" timeOffset="96950.74">2576 8333 1871 0,'13'-5'151'0,"-4"1"-41"0,4 1 16 0,3-1-34 0,5-1-21 0,1 1 10 0,6-2-23 16,2 1-18-16,2 0 8 0,3 0-17 16,1 0-14-16,3 1 8 0,1 1-10 15,1-1-7-15,0 3 1 0,2 1-10 16,-3-1-18-16,-1 0 12 0,1-1-29 15,-1 0-47-15,-1-1 27 0,2-1-112 0,-4-2-132 16,-1-1 82-16,-1 0-73 0,1-1-100 0</inkml:trace>
  <inkml:trace contextRef="#ctx0" brushRef="#br0" timeOffset="97575.5">2886 8436 1676 0,'2'-2'151'15,"2"-1"-11"-15,0 1-14 0,1-2 13 16,4-1-42-16,0 1-26 0,2-3 19 0,3 1-33 16,3-1-29-16,1 0 10 0,2 0-17 0,-2 2-10 0,-1 0 4 15,-1 1-7-15,-3 2-4 0,-1 2 1 16,-5 0-4-16,-2 0-10 16,-5 0 4-16,0 0-9 0,0 0-7 0,-10 9 3 0,3-3 0 0,-4 0 1 15,-2 0-6-15,2 3 9 16,0-1 5-16,-1 1-1 0,5 1 2 15,0-3 2-15,2-1-1 0,0 0 2 0,4-1-1 0,-1-1 0 16,3 0 4-16,2-1 3 0,0-3-1 16,4 2 0-16,0-2 5 0,3 1-1 0,0-1 1 0,3-1-3 15,-2-1 3-15,1 0-4 16,2 1 0-16,-2 1-1 0,2 0 0 16,-3 0 0-16,1 0 0 0,0 2 0 0,-1 0 0 0,0 1 0 0,1 1-1 15,-1-1-1 1,-2 2 1-16,1-1 0 0,-1 1-2 15,-2 0 1-15,0 1 0 0,-1 0 2 0,-2-1 0 0,-2 0 8 0,0 0 11 0,-2-1-6 16,0 1 12 0,-2-2 14-16,-3 2-4 0,-2-2 1 15,0 0 2-15,-3 0 4 0,0 1-2 16,-3-2-6-16,-3 2 1 0,-2-3-8 0,-2 1-4 0,-2 0 4 16,-1-1-6-16,0-1-10 0,-2 1 2 15,0-1-5-15,1-2-2 0,4 0 0 0,0 0-1 0,3 0-5 16,3-1 1-16,2 0-31 15,3-1-36-15,2 1 27 0,1-1-118 0,4 1-162 0,2 0 101 0,3 1-88 16,4-1-114-16</inkml:trace>
  <inkml:trace contextRef="#ctx0" brushRef="#br0" timeOffset="97927.74">3611 8260 1460 0,'-1'-2'232'0,"1"1"-109"0,0 1-75 0,0 0 120 16,0 0-58-16,0 0 23 0,1-1-51 16,9-10-41-16,-3 9 18 0,2 0-24 0,0-1-28 15,2 1 6-15,1-1-61 0,1 1-89 16,1 0 63-16,-1 0-48 0,0 1-75 0</inkml:trace>
  <inkml:trace contextRef="#ctx0" brushRef="#br0" timeOffset="98088.7">3608 8386 1609 0,'-2'4'214'0,"2"-2"-106"0,0 2-69 0,0 0 97 16,3 0-39-16,1-4 20 0,3 0-39 15,2 0-37-15,3-1 16 0,2-3-36 0,1-1-57 16,4-2 27-16,1-2-230 0,5 3 185 0,-2-3-35 16,4-1-64-16</inkml:trace>
  <inkml:trace contextRef="#ctx0" brushRef="#br0" timeOffset="98460.71">3958 8257 1131 0,'0'-6'265'0,"1"-1"-42"0,2 1-33 16,-1 0 60-16,1 0-126 0,1 2-20 16,2 0 20-16,2 0-42 0,-1 1-43 0,2 0 18 0,0 1-27 15,2 2-22-15,0 0 4 0,-1 0-8 16,1 0-4-16,2 3 2 0,-4-1-2 0,1 1-3 0,-3 1-1 15,1 0-9-15,0 0-7 0,-1 1 5 16,-1 0-12-16,-4-1-15 0,1 1 6 0,-2 0-1 16,0 1-2-16,-1-1-3 0,-4 0 6 15,1 1 10-15,-4 0-4 0,0 0 9 0,-2 2 6 0,0 0-3 0,-2 0 7 16,-1 2 11-16,1-1-5 16,-2 2 14-16,1-3 15 0,1 4-9 0,1-2 15 0,2 1 12 0,0-2-3 15,1 0-9-15,2-2-5 16,2 2 10-16,1 0-15 0,1-3-16 15,2-2 4-15,0 0-8 0,3 2-22 0,2-4 11 16,1 0-68-16,2-1-90 0,3-1 63 0,2 0-52 16,1 0-77-16</inkml:trace>
  <inkml:trace contextRef="#ctx0" brushRef="#br0" timeOffset="99009.53">4317 8291 1633 0,'0'0'261'0,"0"0"-42"0,0 0-36 0,0 0 36 16,-1-1-72-16,0 0-65 0,1 1 26 16,-1-1-48-16,0 1-42 0,0 0 15 0,0 0-20 0,-20 1-15 15,18 5 0-15,-1 1-4 0,2 1-1 16,-2 3 2-16,1-2-3 0,0 2-2 0,3 0 2 0,0 0-5 16,0-2-2-16,1 1 0 15,0-2-2-15,1-1-3 0,0-2 0 0,1-2 3 0,0 1 2 0,-1-2-4 0,2-2 8 31,-1-1 7-31,0-1-4 0,1-2 2 0,0-2 3 16,2 2 2-16,-3-5-4 0,1-1-4 0,0 0 3 0,-2-2-2 16,2-1 0-16,-2-1-1 0,-1-1-2 15,-1 0 8-15,0 1-3 0,-1 1 5 0,-1 1 1 0,0 2 0 0,0 1-2 0,-2 2 4 16,1 2 2 0,-1 2-3-16,1 1 1 0,-1 2-1 0,2 1 2 15,-2 2 3-15,2 3-2 0,0 0 1 16,-1 1 2-16,2 2 0 0,1 0 0 0,1 0-1 0,1 1 1 0,1-2-1 15,2 0-1-15,2 0 0 16,0-2 0-16,2-3 0 0,1 1 0 0,0-3 0 16,2-1 1-16,1-3 0 0,1-1-1 15,-1-2 1-15,0-2-1 0,2-1 2 0,-2 0-2 16,-2-1 1-16,1-1-2 0,-3 1 3 0,1 0-1 0,-3 0 0 16,-1 2 1-16,-4 0-2 0,3 2 9 15,-3 1 4-15,-2 1-3 0,0 0 7 0,-3 3 7 16,2 0-1-16,-1-1-6 0,1 2-3 0,-1 3 4 15,-2 0-3-15,2 3-9 0,-1 1 0 0,2 3-1 16,-1 1 1-16,-2 2 0 0,1 1-3 0,-1 4-2 16,3-1 3-16,1 3-13 0,-1 0-23 0,-1-1 14 15,5 0-98-15,0-1-149 0,3-1 101 16,4 1-81-16,2-2-115 0</inkml:trace>
  <inkml:trace contextRef="#ctx0" brushRef="#br0" timeOffset="100407.48">7618 8340 1322 0,'0'-9'222'0,"4"0"-218"0,-11-12 104 0,10 12 210 0,3 0-187 16,0-3-36-16,2 3-2 0,3-1 7 16,0-1-32-16,3 1-24 0,1 2 8 0,4 0-17 0,0 1-11 15,-3 0 3-15,0 1-7 16,-1 1-9-16,-2 2 4 0,-3 0-6 0,0 2-5 0,-5 1 2 0,-1 0 2 16,-3 3 3-16,-1 0-4 15,-1 3 4-15,-1 2 4 0,-2 0-1 0,-3 3-1 0,0 0-4 0,0 3 4 0,-4 2-6 16,3 1-4-1,-4 1 1-15,-3 1-2 0,2 0-2 0,-1 1 0 16,0 0-6-16,0-2-9 0,2-2 6 0,-2-2-8 16,3-2-8-16,4-1 2 0,-1-3 5 0,2-2 4 15,1-1-6-15,2-3 9 0,3-2 8 16,0 0-1-16,0 0-1 0,0 0-1 0,0 0 2 0,0 0-1 16,0 0-2-16,0-1 0 0,0 0 1 15,0 0 3-15,0 0-1 0,0-1 1 0,0 1 3 16,-7-26-1-16,7 27 1 0,0 0 0 0,0-1 0 15,0 0 0-15,0 0 2 0,0 0 0 0,0 0-1 16,1 1 1-16,0-1 0 0,0 0 1 0,14-7 1 16,-8 8-2-16,2-2 1 0,1 2 0 0,2 0 1 15,4 0-3-15,2 1 1 0,2-1 0 0,2 1 0 16,2-1-2-16,1-2 1 0,2 1-17 0,-2-2-32 16,1 0 23-16,-1 2-90 0,0-3-105 0,-2 1 66 15,-2 1-63-15,-1 2-81 0</inkml:trace>
  <inkml:trace contextRef="#ctx0" brushRef="#br0" timeOffset="100838.29">8133 8247 1131 0,'0'0'196'0,"0"0"-7"0,0 0-23 0,0 0 15 0,0 0-53 0,0 0-37 15,0 0 28-15,0 0-40 0,0 0-39 0,-1 1 7 16,-9 12-19-16,5-7-5 0,3 3 4 16,-1 0-9-16,1 1-8 0,1 1 3 0,1-1-5 15,1 1-2-15,1-2 1 0,3 0-4 0,0-1 1 0,2-2 1 16,-1-3 1-16,1 0 2 15,2-2-2-15,1-2 1 0,-1-3 2 0,1-1 0 0,0-2 0 16,0-1-1-16,1-2 1 0,-1 0-2 16,0-3-1-16,-2 0 1 0,2 0 0 0,-2 1-1 0,-1-1 0 15,-1 2 3-15,0 1 6 0,-3 1-4 16,-1 2 15-16,-2 1 11 0,0 2-7 0,-4 0 2 16,0 3 8-16,-3 0 3 0,-2 1-5 15,1 0-10-15,-4 2 4 0,0 1-12 0,-2 1-7 0,1 1 6 16,0 1-8-16,1 0-10 0,4 0 2 15,-2 1-11-15,4 0-34 0,4 0 20 16,2 0-129-16,0 1-174 0,5-1 119 16,5-2-101-16,2-2-140 0</inkml:trace>
  <inkml:trace contextRef="#ctx0" brushRef="#br0" timeOffset="101238.51">8461 8176 762 0,'-5'-1'409'0,"0"0"-125"0,1 1-79 0,-1 0 139 16,0 0-238-16,1 2-47 0,0 2 16 16,0 1-29-16,2 2-21 0,-2 0 9 0,1 4-14 15,0 0-9-15,2 1 0 0,0 2 3 16,1 0 2-16,2 0-4 0,2 0 10 15,-1-3 11-15,3-1-6 0,1 0 11 0,1-3 8 0,1-2-2 16,2-3-4-16,0-2-3 0,1-2 7 16,1-3-12-16,-1-1-12 0,2-4 5 0,-1-1-9 15,0-1-6-15,-1-1 2 0,1-1-2 16,-3 0-1-16,0 1-1 0,-2 0 2 0,-2 1 2 0,-3 2-1 16,-2-1-1-16,-1 3 1 0,-4 0 1 15,-1 2 0-15,-2 1 2 0,-1 3-2 0,-5-1 2 16,2 3 1-16,-4 0 0 15,-2 4-4-15,-1-1-3 0,0 2 3 0,1 1-5 16,-1 2-5-16,4 2 0 0,0-1-3 16,4 2-13-16,4 1 7 0,1 0-78 0,4 0-101 15,3 0 73-15,7-1-61 0,-2-3-87 16</inkml:trace>
  <inkml:trace contextRef="#ctx0" brushRef="#br0" timeOffset="101573.07">8726 8199 2138 0,'-6'-1'196'0,"-1"1"-35"16,0 1-33-16,0 0 32 16,1 2-64-16,0 1-51 0,2 1 23 0,-1 2-37 0,2-1-24 0,0 2 5 0,3 1-9 15,0-1-5-15,3 1 0 16,1 1-1-16,2-2 1 0,1 1 1 15,3-1-4-15,2-1 2 0,1-1-1 0,1-1 0 16,0-3-3-16,2-2 1 0,0 0 2 16,1-4-1-16,-2 0-1 0,-1-3 3 0,0-1 2 15,-1-1-2-15,-2 0 4 0,-1-1 3 0,-4 3-2 16,-3-4 3-16,-2 3 1 0,-1 0 0 16,-6 0 0-16,-2 1-1 0,-1 1 1 0,-4 1-2 15,-1 1-3-15,0 3 1 0,-2 1-4 16,-1 1-13-16,2 4 7 0,-1 2-78 0,2 1-133 15,3 2 91-15,3 3-69 0,1-4-103 0</inkml:trace>
  <inkml:trace contextRef="#ctx0" brushRef="#br0" timeOffset="102290.33">9522 8189 1439 0,'0'-4'94'0,"-9"-14"55"0,7 17 8 16,0-2 151-16,-2 1-184 0,-1 2-8 15,-1 0 12-15,-2 0-42 0,0 1-33 0,0 2 14 0,-2 1-20 16,2 2-19-16,-2 1 5 0,0-1-12 16,3 4-10-16,0 0 4 0,2 3-2 15,2-1-8-15,2 1 0 0,0-2-1 0,5-1-1 16,2-1-1-16,4-1 5 0,1-1-2 0,3-3-1 0,3-4 1 0,0-1 1 0,2-4 0 31,2-2-1-31,1-1-1 0,-1-3 1 0,-2-2-1 16,-3 1-2-16,-1-1 1 0,0-1 0 15,-3 2 1-15,-4 2-1 0,-3 0 2 16,-3 0 3-16,0 3-2 0,-3 0-2 16,-1 2 2-16,-5 2 0 0,-3 0 0 0,1 1-2 0,-5 2 0 15,-1 1-3-15,-1 2 2 0,-1 0 0 0,-1 3-2 16,2-1-1-16,-1 1 0 0,2 2-3 16,4-1-7-16,2 2 5 0,4 0-59 15,2 0-60-15,6 0 46 0,2 0-168 0,4-1 181 16,4-1-78-16,0-4-85 0</inkml:trace>
  <inkml:trace contextRef="#ctx0" brushRef="#br0" timeOffset="102656.27">9767 8193 1726 0,'-5'-2'248'16,"-2"2"-133"-16,0 1-67 0,1 0 127 15,-1 0-86-15,-2 2 20 0,3 1-40 0,0 0-38 16,1 1 12-16,1 1-18 0,1 0-17 0,2 0 4 16,0 1-5-16,3 0-4 0,2 0 1 0,0-1 0 15,2 1 2-15,3-1-1 0,0-2 1 16,2 0 1-16,2-1 0 0,0-2 1 16,0-2-1-16,2-2 1 0,2-2-1 0,-1-2-1 0,-1-1 1 15,-1-1-1-15,-1-1-1 0,-1-1-1 16,0 0 2-16,-5 1 1 0,-1-1-2 15,-4 1 2-15,0 1 2 0,-3 1-1 0,-2-2-1 16,-4 2-1-16,-2 1 2 0,-1 1-2 16,-2-1-2-16,0 3 1 0,-1 1-3 0,-1 1 0 0,-1 2 0 15,-1 1-2-15,2 1-1 16,1 4 1-16,-1 0-8 0,3 0-24 0,2 1 15 0,2 3-103 16,5-1-132-16,2 2 92 0,3 0-80 15,5-1-112-15</inkml:trace>
  <inkml:trace contextRef="#ctx0" brushRef="#br0" timeOffset="102971.66">10039 8179 2177 0,'-3'-4'197'15,"-1"3"-40"-15,-2 0-38 0,2 0 35 0,-2 1-61 0,0 2-57 16,3 3 20-16,-3 1-30 15,3 2-22-15,0 0 3 0,4 4-5 16,2 0-2-16,2 1-1 0,4 0-4 0,0-1-4 0,4 0 4 16,0-2-6-16,4 0-4 0,0-3 2 15,2-2 0-15,0-4 1 0,0-1-2 0,0-1 5 16,-2-4 4-16,-1-2-1 0,-1 0 4 16,-2-2 2-16,-2 0-1 0,-4 0 3 15,-2 0 4-15,-3 0-1 0,-3-1 0 0,-3 2 0 0,-4 0 1 16,-2-1-1-16,-1 1-2 15,-2 1 1-15,-3 1-4 0,1 3-3 0,-3 1 2 16,-2 2-63-16,-2 5-107 0,-1 2 75 0,-5 4-56 16,0 1-83-16</inkml:trace>
  <inkml:trace contextRef="#ctx0" brushRef="#br0" timeOffset="103804.28">12973 8347 1110 0,'-2'-3'190'16,"0"2"-186"-16,-9-14 110 0,7 14 166 0,2 1-137 0,0 0-24 16,2 0 1-16,0 0 17 0,0 0-35 15,0 0-25-15,0 0 11 0,4 8-21 16,2-4-18-16,4-1 5 0,1-1-15 0,3 0-12 16,6-1 7-16,3 1-13 15,4-2-13-15,4-1 5 0,0-4-56 0,4 0-92 16,-1 0 63-16</inkml:trace>
  <inkml:trace contextRef="#ctx0" brushRef="#br0" timeOffset="104433.44">13638 8247 2010 0,'-4'-4'253'0,"1"-1"-130"0,0 3-78 16,1-3 108-16,1-1-36 0,2 1 19 0,0-1-36 15,4 0-42-15,-1-2 16 0,3 1-25 0,5-1-19 16,-1 1 4-16,1-1-10 0,0 2-9 0,2 1 4 16,-1 0-9-16,2 1-6 0,-2 2 2 0,0 1-3 15,-1 1-4-15,1 1 1 0,-1 3-3 0,-3 0-1 16,0 2 1-16,-1 1-1 0,-1 2-3 15,-2 1 1-15,-2 1 1 0,-2 2-1 0,-1 3 0 16,1 0-5-16,-5 1-4 0,0 2 4 0,-3 0-3 16,-1-2-4-16,-1 1-1 0,-1 1 5 0,-2-3 6 15,0 0-5-15,-1-2 4 0,1-3 3 0,-1-2 1 0,1 1-7 16,1-3-7-16,0-2 6 16,2-3-8-16,1 0-7 0,0-1 1 0,1-2-1 15,0 0 1-15,1-1-1 0,0-1 6 0,0-1 6 16,0-1-4-16,-1 0 7 0,2 1 7 0,2 0-2 15,-2-1 3-15,2 2 2 0,0 0 0 0,1 1 2 16,2 2 0-16,0 0 0 0,0 0 0 0,0 0 1 0,0 0-1 16,0 0 1-16,0 0 3 0,0 0-2 15,1 0 7-15,12-2 3 0,-7 4-2 0,2 0 0 16,4 0 3-16,-3 0 2 0,3 0-4 16,3 2-3-16,0-3 0 0,2 0-2 0,1 0-1 15,2-1-1-15,1 0-1 0,1-2-5 0,2 0 2 0,0-2-60 16,2 2-77-16,-1-2 58 0,3 1-298 15</inkml:trace>
  <inkml:trace contextRef="#ctx0" brushRef="#br0" timeOffset="105100.25">14328 8211 639 0,'1'-6'282'0,"1"0"-29"15,-1 2-28-15,-1-1 47 0,1 2-101 0,-1-1-15 16,0 1 17-16,0 1-36 0,0 2-41 0,0 0 17 0,0 0-36 0,0 0-29 0,-1 0 13 16,1 0-22-1,-14 7-18-15,9 1 5 0,-1 0-9 0,1 2-7 16,-1 2 3-16,-1 2-5 0,5 1-4 0,0 2 1 16,0-2-1-16,2 0-2 0,3 0-1 15,1-2 0-15,6 0 1 0,1-5 0 0,-3-2 3 16,5-1 1-16,2-5-2 0,2 0 2 15,0-6 2-15,-1-1 1 0,1-3-2 0,-1-1 0 0,1-4 1 16,-2-1-2-16,-1 0 2 16,-2 0-2-16,-2 0 1 0,-2 1 1 0,-3 2-1 0,0 0 3 15,-4 2 1-15,-1 2-1 0,-4 1-2 16,-2 1 4-16,-3 3-1 0,0-1 3 16,-4 3-1-16,0 0-1 0,-3 1-2 15,0 1 2-15,-1 2 1 0,-1 1-4 0,2-1-5 0,0 2 2 0,3 1-5 16,1 0-5-1,2 1 3-15,3 1-22 0,4 0-39 0,3 0 27 0,3 1-100 0,7-1-129 0,3-1 81 32</inkml:trace>
  <inkml:trace contextRef="#ctx0" brushRef="#br0" timeOffset="105464.21">14663 8155 1650 0,'-2'-2'251'0,"-2"2"-133"0,-1 0-68 0,-2 0 111 0,2 2-68 0,-2 1 29 16,-1 1-42-16,-2 1-39 0,2 2 7 16,1 1-15-16,1 2-9 0,1-1 4 0,2 2-8 15,1-2-7-15,3 1 4 0,2 1-1 16,3-2-2-16,1-2-1 0,2 0 2 0,1-2 3 15,1-2 0-15,2-1-1 0,1-2-3 16,2-3 2-16,0-1-2 0,-3-2-3 0,4-2 1 16,-1-2-2-16,-2 0-1 0,0 0-1 0,-1-2 1 15,-4 0-1-15,-2 2 0 0,-1-1 1 16,-2 0 1-16,-4 2-1 0,-2-1-2 0,-1 3 0 16,-3-1 1-16,-3 1-3 0,-1 1-3 15,-2 1 0-15,-2 1-1 0,1 2-2 0,-1 1 1 16,-3 1-2-16,1 1 0 0,1 2 0 15,-2 1-3-15,5 2-6 0,2 0 4 0,3 2-58 16,1 0-69-16,6 1 51 0,1 0-207 16</inkml:trace>
  <inkml:trace contextRef="#ctx0" brushRef="#br0" timeOffset="105836.07">14906 8157 1906 0,'-3'-3'192'0,"0"0"-37"16,-2 1-37-16,1 1 32 0,-1 1-58 16,0 2-59-16,-1 2 23 0,0 1-32 0,0 3-24 0,2 1 3 15,1 3-3-15,2 1-4 16,1 0 0-16,1 1 0 0,3 1-1 0,3-2 0 0,1 1 2 15,2-3 0-15,3-3-2 16,1 1 4-16,0-5 2 0,2-1-1 0,0-3 2 0,0-3 3 16,1-3 0-16,1-2-1 15,-5-1 3-15,1-2 0 0,-1-1 0 0,-4-1 2 0,0 1-1 0,-3-2 2 16,-3 2 2 0,-3 0 0-16,-2-1 0 0,-1 0 4 0,-2 3-1 0,-3 0 0 15,-2 3-3-15,-1 0 3 16,-3 2-7-16,0 1-5 0,-2 3 5 0,-3 1-8 0,2 4-11 0,-1 1 4 0,1 1-60 15,1 2-86-15,4 1 61 16</inkml:trace>
  <inkml:trace contextRef="#ctx0" brushRef="#br0" timeOffset="106465.89">15650 8194 1280 0,'0'-3'236'0,"0"-1"-231"0,-1 3 125 0,1 1 195 0,0 0-153 0,-1-1-44 16,1 0 0-16,-1 0 10 0,0 0-45 15,0 0-30-15,-25-15 13 0,19 18-24 0,1 2-23 16,0 1 9-16,0-2-15 0,1 2-14 0,1 1 5 16,2 0-7-16,1 2-6 0,2 0 2 15,2 0 1-15,4 1-1 0,1-2-2 16,1 0 4-16,4-3 2 0,1 0-1 0,3-1 0 15,-3-3 1-15,3-1 0 16,0-3 0-16,1-1-2 0,-1-1 0 0,-2-3 0 16,1 1 1-16,-2-1-1 0,0 1 1 0,-3-2 1 15,-4 3-1-15,-1-2 1 0,-4 1 1 0,0 1 0 0,-4 0-3 16,-1 1-1-16,-5 0 2 0,1 1-3 16,-2 1-2-16,-4 0 0 0,1 2-1 15,-2 1-1-15,-2 0 0 0,0 1 0 0,2 1-2 0,-2 1 1 0,2 2-2 16,1-1-3-16,3 2 2 15,1 0-38-15,3 2-39 0,2-1 30 0,3 1-89 0,2 1-106 0,4 0 58 16,3 1-61-16,0-2-63 0</inkml:trace>
  <inkml:trace contextRef="#ctx0" brushRef="#br0" timeOffset="106834.14">15960 8156 1327 0,'-4'-4'321'0,"0"0"-66"0,0 0-52 0,-2 2 88 16,0 0-171 0,-2 2-25-16,-2 1 23 0,-1 1-42 0,-1 2-37 0,0 0 12 0,0 2-22 15,1 0-19-15,3 2 5 16,1 0-9-16,3 0-7 0,3 0 0 0,0 2-1 0,5-2-1 16,2 1 1-16,4 0 2 15,1-2 3-15,4-3-2 0,2-1 1 16,2-1 2-16,2-2 1 0,4-1 1 15,-2-3-3-15,-1-3 0 0,4-1-1 0,-4 0 1 16,-2-1 0-16,-2-1 1 0,-1 0 1 0,-6 0-1 0,-2 1 1 16,-5-1 2-16,-4 1-1 0,-2 0 0 15,-2 2-1-15,-7-3 2 0,0 2-3 0,-3 2-1 0,0 1 0 16,-1 0-1-16,-1 1 0 0,-2 1-1 0,0 2 0 16,2 2-1-16,-3-1 0 0,2 2 0 0,1-1 0 0,1 5-1 15,1-2-4 1,4 2-10-16,2-1 6 0,3 2-56 0,3 0-51 0,4 0 38 0,5 0-127 15,2-1-227-15,5 1 119 16,1-2-111-16,1-1-123 0</inkml:trace>
  <inkml:trace contextRef="#ctx0" brushRef="#br0" timeOffset="107097.67">16270 8149 1813 0,'-5'4'167'0,"-1"0"-3"15,-1 0-18-15,0 2 3 0,0 1-28 0,-2 0-33 0,1 1 24 0,1 1-46 16,2-1-35-16,3 1 13 16,2 0-17-16,2-2-18 0,1 0 2 0,7-1-1 0,1-1-2 0,1-2 0 15,4-1 0-15,1-2-1 16,0-1 1-16,6-2-1 0,0-2-3 0,0-1 0 0,1-1 1 0,0 0-4 16,-5-2 1-1,1 0 1-15,-5 1 1 0,-3 1-1 0,-5-1-1 0,-3 1-1 0,-5 2 1 0,-7-1-1 31,0 1-1-31,-4 0-1 0,-5 1 0 0,-2 1 1 0,-3 2-2 0,-3 1-2 0,0 0-17 0,-1 4 11 16,-2 1-56 0,-2 2-74-16,3 3 50 0,2 3-44 0,0-2-59 0</inkml:trace>
  <inkml:trace contextRef="#ctx0" brushRef="#br0" timeOffset="108047.25">19048 8329 1294 0,'-2'-3'85'0,"1"2"47"0,1 0 7 0,0 0 130 16,0 0-163-16,0 0 8 16,0 1 15-16,0-1-37 0,13-15-28 0,-5 16 11 15,6 0-24-15,2 0-19 0,3 1 8 0,3 0-14 16,4 1-11-16,2-2 3 0,0-3-14 0,3 1-29 16,-1 1 17-16,-1-1-160 0,-2 1-278 15,2-3 195-15,-2-2-129 0,-2-1-210 0,-1 1-103 0</inkml:trace>
  <inkml:trace contextRef="#ctx0" brushRef="#br0" timeOffset="108615.16">19799 8235 794 0,'2'-4'423'16,"4"-1"-94"-16,1 2-76 0,0-2 135 0,3-1-256 0,-1 1-21 15,3 1 26-15,0-1-45 0,-2 0-42 16,0 0 12-16,2 2-24 0,-2-1-19 0,0 3 8 0,0-1-13 31,-2 1-11-31,-1 1 3 0,0 1-6 0,-3 1-2 0,-1 2 1 0,0 0-12 0,-2 3-11 16,-1 3 8-1,-2 1-12-15,-1 2-16 0,-3 4 6 0,0 3-11 0,-1 2-6 0,-3-1 1 16,-1 4 12 0,-1-3 4-16,-1 0-8 0,-2-1 16 0,2-3 18 0,-1-5-7 0,0-2 6 15,4-3 6-15,0-3 1 16,4-1 0-16,0-3-5 0,6-1 2 15,0 0-2-15,0 0 0 0,-7-12 1 0,7 5 1 0,2 2 3 16,-2-4-3-16,0 1 5 0,0 0 3 16,0 1 0-16,1-2 1 0,2 3 1 0,-3-1 1 0,0 1 2 15,0 1 4-15,0 1-2 0,0-1 7 16,0 5 6-16,0 0-3 0,0 0-1 0,0 0 5 0,0 0 2 16,0 0 4-16,0 0 1 0,0 0-3 15,7 0-3-15,0 4 4 0,3-1 3 0,1 2-7 16,2 0-10-16,0-3 6 15,6 3-8-15,-1-3-9 0,5 2 2 0,2-3-70 0,2-1-129 0,-1 0 88 32,7 0-65-32,3 0-99 0</inkml:trace>
  <inkml:trace contextRef="#ctx0" brushRef="#br0" timeOffset="109235.03">20427 8169 1006 0,'2'-2'266'0,"-2"-1"-92"0,0 2-110 0,3-1 161 16,-3 2-44-16,0 0 20 0,0 0-33 0,0 0-54 15,0 0 19-15,0 0-43 0,0 0-31 0,0 0 16 16,0 0-26-16,0 0-30 0,-2 3 9 0,-1 3-15 16,-2 2-9-16,1 1 1 0,-4 3 1 0,4 0-2 15,-1 2-1-15,0 0-2 0,5 2 3 0,-1-1 1 16,2-2-2-16,1 1-2 15,3-2 1-15,0 0-1 0,1-3 4 0,4-1-2 0,-1-3 4 16,1-2 3-16,2-2-2 0,1-2 1 16,2-5 3-16,0 0 1 0,1-5-3 15,-1 0 0-15,0-4 0 0,1 0-1 16,-3-1 0-16,0 0 0 0,-4-1-1 0,-2 2 2 0,-2 2-1 0,-1 0-1 16,-4 1 1-16,-2 4 0 15,-3 0-3-15,-2 2-2 0,-3 1 1 16,-2 1-2-16,-1 2-3 0,-1 0 0 0,-2 2 0 15,0 1-2-15,-1 1 1 0,0 2-2 16,0 0 0-16,4 1 1 0,0 1-9 0,3 1-26 0,2-1 17 16,4 3-80-16,3 0-91 0,5 0 62 15,3 2-273-15,5-3 302 0,4-1-130 0,3-2-105 0</inkml:trace>
  <inkml:trace contextRef="#ctx0" brushRef="#br0" timeOffset="109622.62">20733 8151 1248 0,'-3'-1'230'0,"0"0"-111"0,-2 1-69 0,0 0 124 0,-2 1-68 0,0 2 21 15,-1 1-35-15,0 1-31 0,-1 1 6 16,0 4-9-16,1 0-2 0,0 1-1 0,1 2-5 15,2 0 2-15,2 0 1 0,1 1-7 16,2-2-9-16,2-1 8 0,2-2-12 0,2-2-8 16,3-2 4-16,3 0-6 0,1-4-4 15,1-3 0-15,4-1-2 0,1-3-3 0,-1-1 1 16,0-1-3-16,1 0-4 0,0-3 1 0,-2 0 0 16,-2 2-2-16,-4-2 0 0,-1 2 2 0,-4-1 1 15,0 2-1-15,-4 0 1 0,-3 1 0 0,-5 0 1 16,0 0-1-16,-2 2-3 0,1 1 1 0,-1 0 0 15,-4 1-2-15,-3 0 0 0,1 2-2 0,-1 0-1 16,1 1 1-16,-2 1 0 0,-2 1-4 16,3 0 0-16,0 1-1 0,3 1-4 0,2 1 2 0,2 0-32 15,2 0-42-15,4 2 30 0,2 0-110 16,3 0-147-16,4 0 89 0,1-1-84 0,2-1-100 0</inkml:trace>
  <inkml:trace contextRef="#ctx0" brushRef="#br0" timeOffset="109978.73">20987 8176 1508 0,'-6'-3'322'0,"0"1"-158"16,1 0-88-16,-1 2 174 0,1 0-158 0,1 1 44 0,-1 3-56 15,0 1-70-15,1 1 7 0,1 2-11 16,2 2-6-16,1 1 0 0,1 1-1 0,2 0-3 0,5 1 1 15,0-1-2 1,3 1-3-16,1-4 1 0,3 1 1 0,0-3-2 0,2-2-1 0,2-1 4 0,0-2 4 16,1-2-3-1,0-5 4-15,-1 1 2 0,-1-3 0 0,0-1 2 0,-2-1 2 0,-5-1-2 0,0 0 4 16,-6-1 2 0,-3 0-2-16,0 0 6 0,-2 0 7 0,-1 0-4 15,-5 0 11-15,2 2 8 0,-3-1-4 0,-1 2-3 16,1 0 0-16,-6 2 5 0,-2 1-12 15,-2 3-13-15,-2 1 6 0,-2 1-8 0,1 3-6 0,1 1 0 16,0 2-4-16,2 2-15 0,4 0 9 0,1 4-104 16,4-2-144-16,3 3 102 0,5-3-81 0,1 1-125 15</inkml:trace>
  <inkml:trace contextRef="#ctx0" brushRef="#br0" timeOffset="110661.08">21673 8176 1219 0,'4'-7'247'0,"-2"2"-242"0,-6-13 133 16,6 13 181-16,0 1-121 0,-1 1-46 0,1 0-8 0,-1 1 1 15,-1 2-47-15,0 0-28 16,0 0 15-16,0 0-29 0,-1 0-26 15,-15-4 11-15,12 8-17 0,-4 2-12 0,3 1 2 16,-2 5-6-16,1 0-4 0,2 1 2 0,-3 0-3 16,4-1-2-16,1 0 0 0,1-1-1 0,1 0 1 0,3 0-1 15,3-3 2-15,2-2 0 0,3-2 0 16,2-1 0-16,1-3 3 0,1-2-1 0,3-3 0 16,0-1 1-16,1-3-1 0,1-1 0 15,-2 0 1-15,-2-1-1 0,0-3 0 0,-1 3 0 0,-5-1 0 0,-1-1 2 16,-1 1 0-16,-5 2 0 0,2 0 0 15,-2 1 0-15,-6-1 2 0,0 2-4 16,-3 1-2-16,-3 1 2 0,-1 2-2 0,-1 2-2 16,-6 1 0-16,0 0-1 0,1 1 0 0,-3 2 0 0,2 2 0 0,2 1-2 0,-3-1 1 15,5 3-3 1,0-1-6-16,4 2 3 0,2 0-48 0,4 1-46 0,3-1 35 0,1 1-108 0,6 1-147 16,2-3 80-1</inkml:trace>
  <inkml:trace contextRef="#ctx0" brushRef="#br0" timeOffset="111011.99">22011 8119 1584 0,'0'0'261'0,"0"0"-127"0,0 0-79 15,-14-6 133-15,4 6-80 0,0 1 18 0,-2 1-18 16,-2 1-53-16,-1 2 9 0,3 1-25 0,-1 2-14 15,4 1 9-15,1-1-12 0,0 2-16 0,5 1 3 16,2 1-6-16,2 0-3 0,-1 0 0 0,7 1 2 16,-1-1-1-16,5-2-1 0,4 0 4 15,1-3 3-15,5-1-2 0,-1-5 1 16,6 0 2-16,-3-3 0 0,5-3-2 0,-3-1 0 16,-2-2-1-16,1-3 1 0,-5 1 1 0,-1-1-1 15,-1 0 1-15,-4 0 3 0,-1 0-1 16,-5-1 4-16,-4 1-1 0,-4 0 1 0,-1 1-4 15,-4-1-2-15,-2 1 4 0,-2 0-3 16,-5 2-4-16,2 1-2 0,-3 2 1 0,0 2-1 16,-1 0 0-16,0 3 0 0,-1 2-3 0,0 0 1 15,0 2-4-15,2 2-13 0,1 0 9 16,6 3-76-16,2 0-88 0,3-2 65 0,4 3-287 16</inkml:trace>
  <inkml:trace contextRef="#ctx0" brushRef="#br0" timeOffset="111345.41">22388 8154 1489 0,'-6'1'256'16,"-5"1"-36"-16,1 2-36 15,-1-1 31-15,-1 2-66 0,3 1-63 0,0 2 29 0,0 0-50 16,1 1-37-16,7 1 11 0,1 0-16 15,2 2-13-15,2 0 1 0,5-2-1 16,2 0 1-16,3-1-1 0,3-4 1 16,1 0 0-16,2-4 1 0,6-3-2 0,0-2-1 15,0-2 2-15,2-3-3 0,-3-2 1 0,-1 0-1 0,-3-1 1 16,-2 0 3-16,-5 1-1 16,-2-2 3-16,-7 1 2 0,-6 2 0 0,-3-1-2 0,-3 0 0 15,-6 3 2-15,-3-1-3 16,-4 1-6-16,-3 4 2 0,-4 1-9 0,0 2-30 0,-2 4 18 15,-4 2-117-15,2 3-211 0,1 2 138 16</inkml:trace>
  <inkml:trace contextRef="#ctx0" brushRef="#br0" timeOffset="119204.39">7294 9476 756 0,'-4'0'50'15,"-10"-14"40"-15,12 15 14 0,-1-1 64 0,0 0-33 16,2 1-13-16,1-1-1 0,0 0-11 16,0 0 2-16,0 0 11 0,0 0-21 0,0 0-22 0,0 0 10 0,0 0-19 15,6-3-11-15,0 0 4 0,1-3-9 16,0 0-9-16,2-3 4 0,1-2-8 0,2 0-6 0,1-1 4 15,-1-6-12-15,2 1-7 16,-1-1 5-16,3 1-7 0,-1 1-10 0,0 0 3 16,-3-2-4-16,0 2-2 0,0 1 1 15,-3-2-2-15,2 4 0 0,-3 1 0 0,-3 0 1 16,1 3-1-16,-2 0 1 0,1 1-1 0,-3 1 0 16,-1 2 1-16,-1 1 1 0,0 0 3 0,0 3-2 0,0 1 0 15,0 0 1-15,0 0 2 0,0 0-3 16,0 0 0-16,0 0 0 0,0 0 1 0,0 0 1 0,-1 0-2 0,0 0 1 15,0 0-1-15,0 1 3 0,0 0-4 16,0 0-1-16,1 0 1 0,-19 21-2 16,18-16-1-16,-3 1 0 0,3 0 1 0,0 2 0 0,0 0 0 15,1 3-1-15,1-1 0 16,1 2 1-16,0 2-3 0,1 0 1 0,1 0 0 0,-2 1 0 16,2-1 0-16,-1-1-1 0,2 0-3 15,-3-1-17-15,3-2 13 0,-1-1-56 16,-1-1-53-16,2-4 37 0,-1 1-116 15,1-1-186-15,0-2 101 0,1 0-86 0,1-3-107 16</inkml:trace>
  <inkml:trace contextRef="#ctx0" brushRef="#br0" timeOffset="120087.15">7894 9234 1281 0,'-2'-4'182'0,"-1"1"-3"0,3-2-10 0,0 0 7 0,-1 1-30 16,2-1-22-16,1-1 19 0,0 0-36 0,3 0-32 15,-3-1 15-15,4 1-24 0,-1-1-19 16,2 0 8-16,0 0-17 0,-1 1-10 0,2 0 7 0,0 0-9 16,0 2-10-16,-1-1 2 0,0 3-6 15,-2 0-6-15,0 0 4 0,-1 2-4 16,-1 1-3-16,0 2 0 0,-3 2 2 0,0 1 0 16,0 2-1-16,-3 2 1 15,-1 1 0-15,0 2 1 0,-1 2-1 0,-1 0-4 16,-2 3 1-16,-1 3-6 0,0-1-10 0,-1 3 6 15,1 0-14-15,-1-1-12 0,0-1 5 0,1-1-5 16,0-2-8-16,1-4 0 0,1 0 7 16,0-5 6-16,2-1-5 0,1-4 8 15,-1 0 9-15,3-1-4 0,-2-2 7 0,2 2 2 0,-3-6-1 16,2 2 5-16,-1-3 2 0,-1 1-1 16,4-1 2-16,-2-1 3 0,1-1 0 0,1-1 1 15,-1 3 2-15,1-2-1 0,1 0 5 16,1 2 5-16,-1-1-4 0,-1 1 5 0,1 1 3 0,0 3 0 15,0 0 0-15,0-1 0 0,0 0 1 0,0 0-2 16,0 1 0-16,1-1-1 16,0 0 3-16,0 0 1 0,20-10-1 0,-13 11-1 0,-1 0 1 15,1 0 1-15,2 0-1 16,0 1-4-16,-1 0 1 0,4-1-3 0,-1 0-2 0,0 0 0 0,2 0 0 16,0 1-4-16,-1-1 1 15,2 1-1-15,0 1-1 0,0-1 0 0,0 0-5 0,-1 1-13 0,0-2 7 16,0-1-34-1,0 1-39-15,-1-2 25 0,-2-1-63 0,-2 0-72 0,1-1 34 16,-1 0-111-16,-2 0 203 0,-1 3-110 0,-1-3-63 16</inkml:trace>
  <inkml:trace contextRef="#ctx0" brushRef="#br0" timeOffset="120539.32">8215 9256 994 0,'3'-5'236'0,"-4"1"-86"0,1 2-92 0,-2-2 165 0,1 1-60 0,-1 0 11 16,1 2-32 0,1 1-34-16,0 0 19 0,0 0-40 0,0 0-33 0,-1 0 15 0,0 0-23 0,0 0-20 15,0 0 5 1,-15 12-7-16,15-6-4 0,-2 2 1 15,2 1-5-15,2 1-3 0,-1 1 4 0,3 0-8 16,0 0-5-16,3 1 2 0,-1-1-2 16,2 0 0-16,1-3-1 0,0 0 1 15,3-4 2-15,-1-1 0 0,2-1 0 0,-1-2 2 16,2-1 0-16,1-3-1 0,-1-1 0 0,1-3 0 16,0 1-2-16,-1-1 0 0,-1-1 1 15,-1-3-1-15,-1 1 0 0,-3 1 0 0,1-1 0 16,-3 1 3-16,-2 1-1 0,-2-2 1 15,-1 3 1-15,-3-1-1 0,-3 0 0 0,0 3-1 16,-3-1 2-16,-3 2-3 0,0 0-2 0,-3 1 0 16,-2 1-1-16,1 1 1 0,-2 1-1 15,2 1 0-15,-1 0 2 0,-1 1-1 0,1 3-3 16,4 0 0-16,1 2 1 0,1 1-3 16,2 1-12-16,1 0 5 0,6 2-59 0,2-1-76 15,1-1 55-15,4 2-281 0,5-2 279 16,7-3-97-16,-1-1-108 0</inkml:trace>
  <inkml:trace contextRef="#ctx0" brushRef="#br0" timeOffset="121003.13">8526 9231 820 0,'0'-4'273'0,"-1"1"-86"0,-2 1-117 0,1-1 178 0,0 2-55 0,2 1 25 0,0 0-51 16,-1 0-50-16,0 0 22 0,-19 6-38 15,16-2-31-15,-2 3 11 0,1 0-27 16,-2 3-19-16,6 0 12 0,-1 2-17 0,2 0-16 15,-1 1 4-15,2 1-7 0,3-1-6 0,2 0 4 16,0-1 0-16,1-2 0 0,4-1-2 16,-1-2 0-16,4-1 2 0,-1-4-1 0,2 0 3 15,-2-2-4-15,3-3 0 0,0-2 1 16,-1-2-1-16,0-2 0 0,-1-2 0 0,-1 1 0 0,-1-3 0 16,0-1 1-16,-4 0 0 0,0 2-1 15,-3-2 3-15,-1 2 2 0,-4 1-1 0,0 0 9 16,-4 0 7-16,-1 3-4 0,-2 0 2 15,0 1 5-15,-4 1 1 0,-2 1-7 0,0 1-9 16,-3 2 6-16,-2 1-10 0,0 1-9 16,-2 1 2-16,1 1-4 0,2 2-8 0,2 2 4 0,2 1-38 0,7 1-63 0,1 3 43 0,3 0-260 31,3 1 246-31,11 0-72 0,1-2-91 16</inkml:trace>
  <inkml:trace contextRef="#ctx0" brushRef="#br0" timeOffset="121717.78">9183 9254 974 0,'-2'-3'264'0,"0"0"-29"0,2 2-27 0,0 1 30 0,0 0-61 0,0 0-41 0,-1 0 16 16,0 0-33 0,1 0-35-16,-1 0 14 0,-20-5-27 0,14 8-21 0,0 0 9 0,-2 3-17 0,1 0-12 15,-2 2 4 1,2 2-9-16,0-1-10 0,2 2 4 0,1 0-7 0,1 1-5 0,2 0 2 0,2-1-4 16,3 1-4-1,1 0 2-15,3-2 0 0,2-1 0 0,2-3 0 0,2 0-1 0,3-4 3 0,1 0-1 31,1-4 2-31,0-1 0 0,1-2-1 0,1-2-2 16,-2-1 1-16,0-2 1 0,-2-2 0 0,-1 1-1 16,-2 0-1-16,-1 0 0 0,-1-1 4 0,-3 1-2 15,-1 1 4-15,-3 1 0 0,-2 1-1 0,-2-1 0 16,-4 2-2-16,-3 1 3 0,-2 0-1 16,-2 2-3-16,-1 0 0 0,-4 1 0 0,0 1 1 0,-3 1 0 15,0 1-2-15,0 0 0 0,0 3 0 16,0-1-3-16,2 2-1 0,2 1 0 15,2 0-5-15,2 1-10 0,4 1 6 0,4 1-56 16,2 0-64-16,4-1 47 0,5 1-185 16,3 0 198-16,2-2-82 0,5-3-83 0</inkml:trace>
  <inkml:trace contextRef="#ctx0" brushRef="#br0" timeOffset="122150.77">9442 9273 1178 0,'-3'-8'311'0,"3"1"-124"0,0 0-97 0,0 0 274 16,0 1-225-16,1 1 17 0,0 1-48 16,0 2-41-16,-1 2 24 0,0 0-38 15,0 0-34-15,0 0 10 0,2 10-12 0,-1-1-9 0,-1 2-3 16,1 4 4-16,0-1 0 0,1 3 2 15,1 2-3-15,0-2 0 0,1-1-1 0,1-1 2 16,2-2 4-16,1-2-4 0,2-1 11 16,1-4 8-16,0-3-5 0,4-3-1 0,-1 0 5 15,1-4 4-15,3-3-7 0,-4-2-9 0,1-1 4 16,1-2-7-16,-3-1-2 0,1-1 0 0,-3 0 0 16,0 0-1-16,-4 0 0 15,-1 1 1-15,-3 0 2 0,-3 2-2 0,-1-1 0 16,-2 2 0-16,-4 1 0 0,-3 0-2 15,3 1-3-15,-5 1 1 0,-2 1-2 0,-1 2-3 16,-1 0 1-16,-3 3 1 0,1 0 0 16,1 1-1-16,-3 2-1 0,4 0-1 0,2 2 1 0,1 3-4 15,3-1-13-15,3 1 7 0,3 1-64 16,2 1-70-16,4 0 51 0,5 0-196 16,2-1 213-16,2-3-90 0,3-1-92 0</inkml:trace>
  <inkml:trace contextRef="#ctx0" brushRef="#br0" timeOffset="122468.12">9748 9267 1468 0,'-3'1'263'0,"2"1"-113"0,1 0-81 0,-2 1 214 0,1 1-162 0,-1 1 8 15,2 1-37-15,1 1-33 16,1 1 24-16,1-1-32 0,0 2-35 0,2 0 6 0,3-1-10 15,1 1-1-15,1-1-1 0,2-1 1 16,2-2 0-16,2 0 0 0,1-1 4 16,0-1 5-16,1-3-4 0,1 0 5 0,-1-4 7 0,-1 0-3 15,0-2-1-15,1-2-2 0,-6-2 4 0,2 0-5 16,-2-3-3-16,-2 2 0 0,-1-1-1 16,-1 1-1-16,-4-1 1 0,-2 0-1 0,0 1 1 15,-3 1 0-15,-4 0-4 0,-2 2-2 0,-2-1 3 16,-4 2-9-16,-2 2-10 0,-3 2 5 0,-6 2-22 15,-1 1-28-15,-1 5 17 0,0 3-86 0,-2 2-193 0,4 3 119 16,4 1-85 0,3 0-120-16</inkml:trace>
  <inkml:trace contextRef="#ctx0" brushRef="#br0" timeOffset="128356.84">13718 9234 1235 0,'0'-3'233'0,"0"0"-228"0,0 2 133 16,0 1 184-16,0 0-136 0,0 0-54 0,0-1 1 15,0 0 15-15,0-1-48 0,-5-25-36 0,5 27 11 16,0 0-21-16,1-1-17 0,11-12 7 0,-5 8-13 16,0 2-8-16,2-1 2 0,0 0-7 15,2 0-5-15,-1 1 2 0,0-5-4 16,0 4-6-16,1 1 2 0,0-2-4 0,-1 3-1 16,0 1-1-16,-1-1-1 0,0 3-1 0,0 0 0 15,-2 0-4-15,-3 1-4 0,-1 4 2 16,-2-1 2-16,-1 1-3 0,-3 1-1 0,-2 0 4 15,-3 3 3-15,0 1-1 0,0 0 3 0,-2 2 0 0,-1 0 0 16,-1 2 0 0,1 1 0-16,0 1 0 0,-2 1 0 0,0-1 0 15,2 1-1-15,-1 0 0 0,0-2-3 0,1-1 2 16,1-3-3-16,2-2-5 0,1-3 3 0,1-1-6 0,0-1-4 16,0-4 2-16,2-1-1 15,2-1-5-15,0-2 1 0,-1-1-2 0,0-1-1 0,0-1 2 16,1 0 2-1,1 0 2-15,-1 0-3 0,-2 0 7 0,4 1 7 16,-4 2-3-16,2-1 4 0,1 1 4 0,-1 1-1 16,2 2 1-16,0 0-1 0,0 0 1 0,0 0 3 15,0 0 3-15,0 0-3 0,0 0 4 0,0 0 7 0,9-3-3 16,-3 4 4-16,3-1 2 0,-1 0 1 0,3 0-2 16,2 0 0-16,2 0 2 0,0-1-4 15,2-1-2-15,0 0 1 0,3-1-4 16,1 1-3-16,0-2 1 0,0 2-2 15,1-2-2-15,-3 2 0 0,2-1-2 0,-3 1 0 16,-2 0 0-16,-2-1-16 0,-2 2-32 0,1 1 22 0,-3-1-123 16,-1 1-148-16,-1 0 100 0,1 0-89 15,0 0-121-15</inkml:trace>
  <inkml:trace contextRef="#ctx0" brushRef="#br0" timeOffset="128975.01">14392 9270 1582 0,'3'-4'260'0,"-1"1"-119"0,1 0-90 0,-1-2 126 0,3 1-43 0,-1-1 24 0,1-2-42 16,1 1-47-16,2-2 14 0,1-1-24 16,0 1-22-16,1-1 6 0,1-1-12 0,-1-1-10 15,2 1 4-15,-2-1-5 0,1 1-6 0,0 1 1 0,-1-1-2 16,0 0 0-16,-2 2-1 0,0 0-1 15,-1 1 0-15,-2 3 0 0,-1-1-1 0,-1 1 0 16,-3 4 1-16,0 0-3 0,0 0-2 0,0 0 2 16,0 0-6-16,0 0-3 0,0 0 1 0,0 0-2 15,-9-1-2-15,6 7-1 0,-1-2 1 16,-2 1 3-16,2 2-2 0,0 3 3 0,-1 0 0 0,1-1 0 16,0 2 0-16,0 0 2 0,2 1-1 0,0 2 0 15,0-2-1-15,2 0 1 0,0 0-2 16,0 0-5-16,3-1 3 0,0 0-11 15,2-1-11-15,-1-2 6 0,1 0-30 0,0-1-38 0,1-1 20 16,0-1-69-16,-2-1-73 0,0-1 44 0,0-1-151 16,-1 0 238-16,0-2-123 0,-2-1-77 15</inkml:trace>
  <inkml:trace contextRef="#ctx0" brushRef="#br0" timeOffset="129392.44">14703 9168 1299 0,'0'0'220'0,"0"0"-25"0,0 0-27 0,0 0 25 16,0 0-58-16,0 0-45 0,0 0 23 0,0 0-34 0,0 0-32 16,0 0 7-16,-13 6-15 0,10-2-11 15,0 2 5-15,1 0-10 0,-2 1-10 0,4 0 5 0,-1 1-6 16,1 0-6-16,2 0 1 0,1-1-4 15,-2 1 0-15,2-1 1 0,4 0 1 16,-1-1 1-16,3-1-2 0,-1 0 3 0,2-1 4 16,0-2-2-16,4-1 1 0,-2-1 2 15,-1-1 0-15,3-3-1 0,-1 0-2 0,-1-1 1 0,2-1-3 16,-2-1-4-16,0 0 3 0,-1-1 2 0,-3 0-1 16,-1 0-1-16,-1 1 1 15,0-2 4-15,-4 1-2 0,-1 0 10 0,-1 1 2 0,-2-2-3 16,0 1 4-16,-2 1 4 0,-3-1 1 0,0 1-6 0,-2 1-6 15,-1 0 5-15,-3 1-7 16,0 1-9-16,-4 0 3 0,0 1-3 0,0 2-3 0,-1 1 0 0,3 0-1 16,0 0-1-16,3 2 1 0,2 1-4 15,3 3-8-15,1 1 5 0,1 0-45 16,4 0-52-16,0 1 38 0,0 1-142 0,4 0-199 0,2 0 118 0,1 0-106 16,5-1-131-1</inkml:trace>
  <inkml:trace contextRef="#ctx0" brushRef="#br0" timeOffset="129808.03">14953 9170 1213 0,'0'0'303'0,"0"0"-64"0,0 0-44 0,0 0 66 0,0 0-124 0,0 0-47 16,-9 5 21-16,7 1-40 16,0 1-32-16,-1 0 14 0,3 2-20 15,-1 1-17-15,3-1 3 0,1 2-5 0,2-2-5 0,3 1 1 16,2-1-1-16,1 0-1 0,1-2-1 0,1 0 3 0,2-2 1 16,0-1 0-1,3-1 4-15,-2-2 4 0,1-2-2 0,1-2-3 0,-2 0 2 0,0-3 1 16,-2 0-1-1,-3-2-6-15,-2-1 1 0,-1 0-3 16,-4-1 1-16,0-1 0 0,-3 0-2 0,-1 0-1 16,0 1 1-16,-3 0-2 0,-2-2-1 0,-2 4 1 15,-4-2-3-15,-2 2-1 0,-2 3 0 16,-4-1-1-16,0 2-1 0,0 1 0 0,-3 3-2 16,3 2-2-16,1 1 1 0,3 3-31 0,0 0-46 15,4 2 34-15,2 3-177 16,2 1-276-16,2 0 177 0,1 1-147 0,1-2-197 0</inkml:trace>
  <inkml:trace contextRef="#ctx0" brushRef="#br0" timeOffset="130572.63">15616 9223 984 0,'0'-3'189'0,"0"-1"-185"0,-4-12 122 0,5 12 139 16,0 1-83-16,-1 0-29 0,0 1-4 15,0 2 15-15,0 0-47 0,0 0-33 16,0 0 20-16,-1 0-29 0,0 0-27 0,-18 2 8 15,13 3-14-15,-1-1-3 0,0 1 3 16,-1-1-11-16,2 2-5 0,1 2 6 0,0-1-10 0,2 2-7 16,3-1 3-16,0 1-4 0,2-1-1 15,4 0 1-15,2-1-2 0,2-1 1 0,1-2 1 0,3 0-5 16,1-2 0-16,2-2 2 16,2-1-4-16,0-2 0 0,1-2 0 0,1-1-3 15,1-1 0-15,-1-1 1 0,0-3-1 16,-3 2-2-16,-1-1 2 0,-1 0-1 0,-4 1 1 0,-3 1 0 15,-5-1 2 1,-1 1 0-16,-3 2 0 0,-5 0-1 0,-2 1 1 16,-5 0 1-16,-1 1-1 0,-1 2-1 0,0 1-1 15,-8-1-1-15,2 2-1 0,1 0 1 0,-1 1-1 16,2 2-2-16,1 0 0 0,0 0-1 16,2 1-3-16,6 1 1 0,1 1-15 15,3 2-31-15,3-1 20 0,2 2-81 0,3-2-98 0,5 1 62 16,2 0-235-16,2-1 285 15,2-1-132-15,5-1-101 0</inkml:trace>
  <inkml:trace contextRef="#ctx0" brushRef="#br0" timeOffset="130961.55">15964 9202 1590 0,'-4'-6'273'0,"-1"0"-125"0,1 3-89 0,0-1 141 16,-1 0-80-16,-1 2 27 0,0 1-48 0,0 0-56 16,1 2 19-16,0 2-28 0,0 1-22 0,0 2 6 15,1 0-8-15,1 1-4 0,1 2 0 16,2 0 2-16,2 0-1 0,0 1-1 16,3-1 2-16,2-1 3 0,2 0-2 0,2 0 0 15,1-3 1-15,0-1 0 0,2-2 0 16,1-1-2-16,1-1 1 0,1-3-2 0,-2 0 0 15,3-2 0-15,-1-2 0 0,-1 0-1 16,-3-1 0-16,3-1-1 0,-2 1 1 0,-2-2 0 16,-3 1 3-16,-3-1 3 0,-3 1-3 0,-2 0 8 15,0 0 7-15,-6 1-4 0,-5-2 2 16,1 2 5-16,-3 0 1 0,-1 1-6 16,-2 2-7-16,-2 1 4 0,-2 0-7 0,2 2-7 15,0 2 2-15,-1 2-6 0,2 1-3 0,0 2 1 16,3-1 0-16,2 1-5 0,3 3 0 0,2 0-30 15,1-1-45-15,4-1 33 0,3 3-118 16,3-2-181-16,3 0 108 0,2 2-96 16,1-2-116-16</inkml:trace>
  <inkml:trace contextRef="#ctx0" brushRef="#br0" timeOffset="131306.51">16276 9235 1788 0,'-5'1'194'16,"0"0"-22"-16,0 2-26 0,-1-1 23 0,0 3-56 15,0 0-42-15,0 2 24 0,3 0-36 16,0 1-30-16,2 0 7 0,2 1-12 0,4-1-4 16,1 1 1-16,3-3-4 0,2 1-1 0,2-1 0 15,3-2 1-15,0 0-1 0,2-2 0 16,0-2-3-16,1-1 1 0,1-3 2 15,1 0-4-15,-1-3-4 0,-3 0 2 0,3-1-2 16,-4 0-1-16,-1 0 0 0,-4-2 2 0,-3 2 0 16,-6-1 0-16,-1 0-2 0,-3 2 1 15,-5-2 1-15,-5 1-2 0,-1 0-2 16,-1 2 1-16,-6 1-2 0,-2 0-2 0,-2 2 2 0,-1 2-1 16,-4 1-2-16,1 1 0 0,-2 4-2 15,3 1-23-15,1 2 13 0,4 4-173 16,4 0-292-16,2 1 211 0,8 0-142 15,4-1-238-15,7-3-135 0</inkml:trace>
  <inkml:trace contextRef="#ctx0" brushRef="#br0" timeOffset="138381.42">19871 9173 1029 0,'-2'-4'68'0,"-9"-14"81"0,11 17 10 15,0-2 100-15,-1 0-110 0,1 3-4 0,0 0 20 16,0 0-51-16,0-1-33 0,1 0 15 16,10-14-28-16,-4 10-20 0,1 1 6 0,2-3-12 15,2 3-7-15,0-2 3 0,0-4-11 16,2 5-5-16,1-1 3 0,0 1-8 16,-1 2-8-16,-1-1 4 0,-2 1-6 0,-1 0-4 0,-1 5 1 15,-2-2-4-15,-2 4-1 0,-5-2-1 16,0 1 3-16,-2 3 0 0,-2 0-1 15,-1 0 0-15,-3-2 1 0,1 3 2 0,-1 0-1 16,0 2 0-16,-1-1-2 0,0 1 0 16,0-2 0-16,3 1 1 0,-1 0 0 0,0-1-1 0,2-1 1 15,1 0-2-15,0-1 1 0,2-2 0 16,0 1 0-16,0-2-2 0,2-2 0 0,0 0 1 16,0 0 1-16,0 0 0 0,0 0 0 15,1 0 3-15,11 5-1 0,-5-6 0 0,0-1 0 16,2 0 1-16,0 0-1 15,0 0-2-15,1-1 1 0,-1 2-1 0,3-1 0 0,-2 1 0 16,1 0 0-16,0 0-3 0,0 1 2 16,-1-1 1-16,-1 1 0 0,1 0-1 0,-1 2 0 15,1 1 1-15,-1-1-1 0,-2 3 4 16,-1-1-2-16,-3 0 0 0,2 2 1 16,-2 0 1-16,-1 1-1 0,-2 1 2 0,2 0 1 0,-2 1-1 15,-1 0 1-15,1 1 1 0,2-1-1 16,-3 1 1-16,-1 0-2 0,1 1 1 0,-4-1-1 15,1 1 0-15,4-2 0 0,-3 2 0 16,-2-3 0-16,3 0 0 0,-2 0 2 0,1-3 1 0,-2 0-2 16,0-2 2-16,-3-2 1 15,3 1 0-15,-2 0-2 0,-3-1 1 0,0-1 0 0,-1 0-1 16,0 0 3-16,-2-4-3 0,0 2 6 16,-1-1 3-16,0-3-3 0,1 1 3 0,0 2 4 0,0-2 1 15,1-2-4-15,0 3-2 16,3-1 3-16,-2-1-6 0,3 2-5 0,0-2 3 0,1 1-4 0,1 2-2 15,2-1 0-15,-2 1-3 16,4 0-7-16,-1 2 4 0,3 1-38 0,0 0-44 0,0 0 31 0,0 0-155 16,0 0-250-16,8-7 156 15</inkml:trace>
  <inkml:trace contextRef="#ctx0" brushRef="#br0" timeOffset="139182.43">20495 9347 1070 0,'-5'-2'69'0,"-7"-13"64"0,9 14 8 0,-1 0 101 0,3-1-110 0,1 2-5 16,0 0 18-16,0 0-35 0,0 0-32 0,3-8 14 15,1 1-22-15,1 1-23 0,2-1 7 0,4-1-12 16,1 0-10-16,0-1 5 0,0-1-7 15,1 0-4-15,1-2 1 0,3 1-3 0,-3-1-2 16,1 1 0-16,0-1 0 0,-2 0 2 0,0 2-2 16,-1-1 3-16,-2 0 3 0,-2 2-2 0,-1 1 1 0,-2-1 4 0,-2 0-1 15,1 1 1-15,-4 2-1 0,0 1 1 16,-1-1-4-16,-2 1-3 0,1 0 4 0,-2 3-7 16,1 2-8-16,-1 0 5 15,-1-1-6-15,0 1-5 0,2 3 2 0,-2-1-4 0,1 2 0 0,1-2-1 16,-2 1 0-16,2 3-3 15,0 0 1-15,1 2-1 0,0-1-1 0,1 1 1 0,1 4-1 0,1 0-1 0,1 2 1 16,0 1-1 0,1 0-2-16,0-1 1 0,1 4-4 15,-2-2-3-15,2 0 2 0,-2 0-13 16,1-1-15-16,-1-2 9 0,0 0-21 0,0 0-23 16,-1-4 11-16,0 2-19 0,0-4-26 0,-1-1 9 15,0-2-45-15,-1-1-57 0,1-3 36 0,0 0-165 16</inkml:trace>
  <inkml:trace contextRef="#ctx0" brushRef="#br0" timeOffset="139899.24">20923 9208 978 0,'5'-7'278'0,"-1"-1"-47"0,1 1-42 0,0-1 58 0,-2 0-117 0,3 0-39 16,-3-1 25-16,0-1-39 0,1 2-34 0,-2-1 7 15,0 0-10-15,-1 0-7 0,0 1 1 0,0 1-6 16,-2 1-2-16,0 0 3 0,-2 0-12 15,-1 3-9-15,-1 1 7 0,-1 2-8 0,0 1-6 0,-2 0 1 16,0 2-1-16,0 3 2 0,-1 1-1 0,0 1 1 16,1 1 0-16,-2-1 1 0,1 0-1 15,0 2 0-15,1-1 0 0,1 1 0 0,0-2-1 16,2-1 0-16,0 1 0 0,5-1-1 0,0 0 0 16,2-1 1-16,0 0 2 0,5-2-2 0,4 1 2 15,-3-3 1-15,4 0 0 0,0-2-4 16,0-1-1-16,0-1 2 0,2-2-2 15,-3 1-3-15,-1-3 0 0,2-1 1 0,-3 0 2 16,-1 0-1-16,-1-1 1 16,-2 0 2-16,-2 0 1 0,-3 1 1 0,0 0 3 0,0 1-2 0,-4 0 7 15,1 0 5-15,-2 3-3 16,0 0 2-16,1 2 6 0,-1 1 0 0,0 0-3 16,0 0-4-16,2 1 4 0,-2 1-4 15,1 2-3-15,1-1 1 0,0 1-2 16,0-1-1-16,2 3 1 0,1 1-2 0,-1-2-3 0,2 3 1 0,3 1-1 15,-1-2-3-15,2 4 0 0,0 0 1 16,1-1-3-16,0 2 1 0,2 1 0 0,-2-2 0 0,1 2-1 16,-1 0 0-16,0-1 0 0,-1 0-1 15,0 0 2-15,0-2 0 0,-3 2-1 0,0-3-1 0,0 0 2 16,-2-1 0-16,0-1 2 0,0-2 1 16,-1 0-1-16,-2-2 1 0,1-2 3 0,-1 1-1 0,-1-2-1 15,-2 0 0-15,1 0 1 16,-2-1-2-16,0 0-3 0,-3-1 2 0,1 0 0 0,0-1-1 0,-1 1-1 15,-1-3 0 1,1 1-1-16,-1 1 2 0,2-3 0 0,0 1-2 0,0 1-1 0,1-1 1 0,-1 0-1 16,2-1 0-16,0 1-5 15,1-1-15-15,3 3 9 0,-2-2-41 0,0 2-47 0,1 0 32 0,4 1-88 16,0 2-106 0,0 0 55-16</inkml:trace>
  <inkml:trace contextRef="#ctx0" brushRef="#br0" timeOffset="140369.53">21157 9209 1171 0,'0'0'227'0,"0"0"-29"0,0 0-34 0,0 0 23 0,-1 0-45 16,0 0-58-16,-16 0 24 0,16 6-39 16,-4 1-27-16,2 2 7 0,-1 1-12 0,2 2-12 0,2 2 4 15,2 1-9-15,1 0-6 0,0 0 3 16,3 2-6-16,-1-3-3 0,5-1 0 0,1-3 1 15,0-1-1-15,1-2 0 0,2-1 5 16,-1-4 2-16,2-2-1 0,1-2 0 16,0-2 2-16,-2-2 1 0,2-3-1 0,-3 0-5 15,1-3 1-15,-1 1-2 0,-2-2 0 0,-1 0-1 0,-2-2 2 16,-1 2 1-16,-2 1-2 0,-3-1 7 16,-1 1 5-16,-2 0-3 0,0 0 7 0,-5 1 6 15,0 1-2-15,-2 0-1 0,-2 2-2 0,-1 1 4 16,-3 1-10-16,-1 1-10 0,1 2 5 0,-5 1-6 15,1 1-6-15,-1 1 0 0,1 3-3 16,4 0-1-16,1 2 0 0,2 2-12 0,-1-1-34 0,6 1 21 16,0 3-152-16,6 0-244 0,1 1 164 0</inkml:trace>
  <inkml:trace contextRef="#ctx0" brushRef="#br0" timeOffset="141155.04">21764 9275 903 0,'5'-5'58'0,"-5"-15"87"0,7 17 10 0,-2-3 84 0,1 1-72 16,-1 1 0-1,-2 0 14-15,1-3-34 0,-2 1-21 0,0 3 12 16,-3-1-30-16,1 4-30 0,0 0 18 0,0-1-30 16,-8-7-25-16,1 8 10 0,0 1-12 0,-2 1-10 15,0 1 1-15,-1 1-6 0,1 2-3 0,0 1 3 16,0 0-6-16,1 2-7 0,0 1 3 0,0 1-6 15,3 0-4-15,1 1 1 0,3 1-1 0,0-1-1 16,3 0-1-16,3 0 1 0,2-1 2 0,2-1-2 16,3-1 3-16,1-2-1 0,4-2 1 0,2-3-2 15,1 1-2-15,1-4 2 0,3-2-2 16,-1-3-2-16,-1-2 0 0,3-2-1 16,-3-2-3-16,0 1 2 0,-2-4 0 0,-3 1 1 15,-2 2-1-15,-3-1 2 0,-2 0 3 0,-3 2 0 16,-4 1 1-16,-3-1 3 0,-5 4-1 15,-3-1 0-15,-2 1 4 0,-4 2-2 0,-3 1 0 16,0 2 2-16,-3 0-1 0,-4 1-2 16,3 2-1-16,-1 0 2 0,1 1-2 0,2 1-4 15,1 1 1-15,1 2-3 0,3 0-2 16,5 0 1-16,0 1-30 0,4 2-41 0,2 0 28 16,4 0-113-16,2 0-175 0,4 0 106 0</inkml:trace>
  <inkml:trace contextRef="#ctx0" brushRef="#br0" timeOffset="141567.73">22196 9244 986 0,'-4'-4'341'0,"-1"-1"-63"0,1 2-58 0,-1-1 82 0,0 1-162 15,2 1-45-15,-3 1 33 16,2 1-53-16,-1 0-40 0,1 2 10 0,-1 2-17 0,1 2-14 16,1 1 2-16,2 3-4 15,1-1-4-15,1 3 0 0,1-1-1 16,3 1 0-16,4-1 0 0,0 0 1 0,1-3 1 16,2 0 0-16,1-1-1 0,3-1 2 0,-2-3-1 0,4-2 0 15,-3-1-1-15,2-1 1 0,0-3-2 16,-2 0 0-16,-1-2 1 0,-1-2-1 15,0 1-1-15,-2-2 0 0,-2 1 0 0,1-1 0 0,-6 0 0 16,2-1 1-16,-3 0 2 0,-3 1-2 0,0 0 3 16,-2-1 4-16,-2 2-2 0,0 1 6 0,-2-1 2 15,-3 1-1-15,-2 0-3 0,-1 2 0 0,1 0 3 16,-6 2-6-16,2 0-8 0,-3 2 4 16,-1 0-5-16,1 1-3 0,1 1 0 0,1 1 0 0,-1 2-1 15,6 0 0-15,-3 1-1 0,5 1-6 0,3 0 3 0,2 1-41 16,1 0-47-16,3 0 35 0,2 0-140 0,4 0-214 0,3 0 130 15</inkml:trace>
  <inkml:trace contextRef="#ctx0" brushRef="#br0" timeOffset="141913.12">22566 9247 1239 0,'-4'0'247'0,"1"1"-119"0,-3 0-68 0,0 2 148 0,1 0-129 0,-1 1 25 15,2 2-31-15,-1 1-46 0,2 0 7 0,2 3-10 16,2 0-4-16,2 1 0 0,1-1-2 16,3 1 1-16,4 0 0 0,1 0 5 0,1-2 3 15,1-3-3-15,3 1 3 0,2-3 7 0,-1-2-1 16,-1-2 1-16,0-1-1 0,1-4 1 0,0-2 2 15,-3 0 3-15,-2-2-1 0,-2-2 3 16,-2 0 8-16,-1-2-3 0,-5 1 1 16,-3-1 3-16,0 1 1 0,-4-2-2 15,-2 2-5-15,-3 1 3 0,-3 2-15 0,1-1-9 0,-3 4 8 16,-3 2-14-16,-1 1-20 0,-1 3 6 16,-4 3-54-16,3 3-77 0,1 2 51 0</inkml:trace>
  <inkml:trace contextRef="#ctx0" brushRef="#br0" timeOffset="146406.72">6474 10276 1209 0,'0'0'211'0,"0"0"-207"0,-1 0 115 16,0-1 184-16,0 0-148 0,0 0-41 0,0 0-4 15,0 0 14-15,1 0-34 0,-1 0-28 0,0 1 8 16,1 0-14-16,0-3-10 0,7 5 3 0,-1-4-9 16,4 4-9-16,1-1 6 0,2 2-12 15,2-1-11-15,2 1 3 0,0 1-5 16,0-3-8-16,3 2 2 0,-1-3-18 0,1-1-36 16,2 0 22-16,1 1-120 0,-2-3-205 0,1 1 132 15,0 0-107-15,-1-1-142 0</inkml:trace>
  <inkml:trace contextRef="#ctx0" brushRef="#br0" timeOffset="147371.87">7856 10328 872 0,'0'0'57'16,"0"0"70"-16,0 0 16 0,1 0 81 0,-1-1-56 15,0-1-15-15,8-25 2 0,-1 22-28 0,0-2-16 16,0-1 17-16,0-4-32 0,2 0-31 0,1 1 13 0,3-2-21 16,-1 1-17-16,1-3 5 0,-2-4-4 15,0 2-3-15,0-1-1 0,0 1-1 16,-2-1 0-16,0 2 1 0,-3 0-2 15,-1 3-3-15,-1 3 1 0,-1-1-3 0,-1 3 0 0,-1 2-1 16,-1 0 3-16,0 2-1 0,-1 0-1 16,0 0-6-16,-1 2-4 0,2 2 6 0,0 0-13 15,0 0-11-15,0 0 4 0,-1 0-3 16,0 1-5-16,-10 10-2 0,9-4 1 0,0 0 2 16,0 2 0-16,1 1 1 0,0 2-1 0,1 1 0 15,0 2 1-15,0 2-1 0,1 1 0 0,0 2 1 16,0-1 0-16,0 1-1 0,0-1 0 15,0-2-3-15,-1-1 2 0,0 0-19 16,0-2-20-16,0-3 15 0,0 0-40 0,0-2-53 16,0-2 28-16,0-1-74 0,2-2-101 0,0-2 53 15,1 0-51-15,1-2-55 0</inkml:trace>
  <inkml:trace contextRef="#ctx0" brushRef="#br0" timeOffset="147904.82">8212 10111 1375 0,'-1'-5'294'0,"0"0"-120"0,1 2-98 0,0-1 219 0,0-1-150 15,2 2 20-15,1-2-47 0,3 0-34 0,-1 0 18 16,1-1-32-16,4-1-25 0,-1 1 8 0,1 0-16 15,-1 1-12-15,2 2 5 0,-3 1-10 16,1-1-9-16,-1 3 5 0,-1 1-8 16,-1 1-7-16,-2 2 4 0,0-1-3 0,-2 4 0 15,0 1-2-15,-1 4 2 0,-1-2 2 0,-2 5 0 16,-2 2-2-16,-1 1 0 0,-1 3 1 0,-2-1-3 16,-3 0-4-16,1 1 2 0,-2 0-6 15,-1-2-4-15,1-2 1 0,-3-1-5 16,2-3-8-16,2-2 3 0,0 0-3 15,3-4-5-15,0-1 1 0,1-3 2 0,3 0 3 16,0-2-3-16,3-1 6 0,-2-1 4 16,0-3-2-16,-2 1 6 0,4-2 4 0,0 1-3 15,-1-1 2-15,0 1 4 0,2-1-1 0,0 1 4 16,1 0 0-16,0 1-1 0,0 0 2 0,-1 0 3 16,-1 0 0-16,1 3 3 0,0 0 3 15,1 0-2-15,0 0 5 0,0 0 3 0,-1 0-1 16,1 0 2-16,1 0 3 0,26-7-1 0,-21 7 0 0,0 0 0 15,2 0 1-15,1 0-5 16,2-1-3-16,0 1 2 0,1 0-4 0,-1 0-4 0,0 0 2 0,0 0-3 16,0 1-1-16,3-1 0 0,-3 1 0 15,1 0-1-15,0 0 1 0,0 1-10 16,-1-1-17-16,0-1 11 0,0 0-66 0,-1 1-68 0,1-1 47 16,0 0-109-16,-1-1-127 0,1-1 57 0,1 0-64 0,-1 0-62 15</inkml:trace>
  <inkml:trace contextRef="#ctx0" brushRef="#br0" timeOffset="148257.07">8604 10193 1153 0,'0'0'235'0,"0"0"-19"16,0 0-23-16,-1 0 18 0,0 0-57 0,1 0-39 15,-17 8 21-15,12-4-48 0,0-2-38 0,1 2 16 0,1 0-25 16,1 1-22-16,2 0 5 0,1 0-9 15,0-1-4-15,2 1 1 0,2 0-2 0,1-1 0 0,1 0-2 0,1-1-1 16,1-1 1-16,2 1 1 16,0-2 0-16,2-1-2 0,1 0 1 0,2-1 4 0,-1-2 3 15,2-1-2-15,0-2-2 16,0 0 3-16,1-1 2 0,1-1-2 0,-2 0-6 0,-2-1 2 0,-2 1-1 16,-3 0 1-16,-3 1 0 15,-2-2 1-15,-2 3 8 16,-3-2-4-16,-6 1 11 0,-1 2 7 0,-5-2-4 15,-1 3-1-15,-1 0 2 0,-3 1 5 0,-3-1-11 16,-1 2-6-16,2 2 3 0,-2 1-3 16,4 2-4-16,2 0 0 0,1 2-9 0,4 1-12 15,3 1 10-15,3 2-89 0,1-1-143 16,5 1 95-16,5 2-74 0,1 1-107 0</inkml:trace>
  <inkml:trace contextRef="#ctx0" brushRef="#br0" timeOffset="148992.82">9230 10162 713 0,'-1'-6'346'0,"1"1"-57"0,1 0-44 0,-1 0 68 0,0 1-130 16,0 0-31-16,0 1 17 0,0-1-42 15,0 4-30-15,0 0 15 0,0 0-36 16,-1 0-26-16,0 0 11 0,-16-2-17 16,13 7-17-16,-2-1 4 0,-1 3-9 0,2 1-4 0,-1 1 4 15,2 3-8-15,1-1-5 0,2 1 2 0,0-1-2 16,2-1-4-16,3 0 1 0,1-1 0 0,2-1 0 15,1-2-1-15,2-1 3 0,1-1 0 16,0-2 0-16,3-1-1 0,-2-1 1 0,3-2 0 16,0-1-2-16,1-2 0 0,0-2-1 0,0-1-1 15,0 0-1-15,-1-3 1 0,0 1-3 0,-2-1-1 0,-2 1 2 0,-2-2-1 16,-2 2 2-16,-2-1-2 0,-2-1 1 16,-3 3 2-16,-1 1 0 0,-3-1-1 0,-3 1-1 0,-1 4 1 15,-1-1-1-15,-3 3-1 0,-1 1 0 16,0 1 0-16,-2 2 0 15,-1 2 0-15,0 1 0 0,-1 0-1 0,1 0 0 16,1 3-1-16,2 0-4 0,4 1 2 0,1 0-28 16,4-1-40-16,4 0 28 0,2 2-92 15,6-3-122-15,3-1 72 0,6 2-70 0,1-3-76 16</inkml:trace>
  <inkml:trace contextRef="#ctx0" brushRef="#br0" timeOffset="149393.15">9527 10095 1835 0,'0'-4'210'0,"-4"0"-31"0,2 2-33 0,-3 0 30 0,1 0-59 0,-1 2-52 16,-1 0 23-16,-1 3-36 15,0 2-27-15,1 3 7 0,0 3-13 16,2 0-8-16,-1 1 3 0,3 2-5 0,2-1-3 0,0 1 2 15,4-2-3-15,0-1 3 16,3-2-2-16,4-1 4 0,1-2 5 16,-1-2-3-16,4-2 0 0,-1-1 2 0,3-1 2 0,-1-3-3 15,0-1-4-15,-2-2 2 0,1 0-3 16,2-1-3-16,-5 0 2 0,1-3-1 0,-1 1 0 0,-3-1 0 16,-1 1 2-16,-3-1 2 15,-2-1-1-15,-3-1 0 0,-1 1 3 0,-2 1-1 16,-2-1 3-16,-3 1-1 0,-1 2 1 0,-2-1-5 15,-1 3 0-15,-2 2 3 0,-3 1-4 16,1 2-7-16,-1 1 2 0,0 4-1 16,1 0-3-16,1 2 0 0,1 2-1 15,3 2-7-15,3 0 3 0,1 3-40 0,4-1-51 16,4-1 37-16,5-1-143 0,2 0-259 0,4 0 157 16,5-1-128-16,3-2-157 0</inkml:trace>
  <inkml:trace contextRef="#ctx0" brushRef="#br0" timeOffset="149715.14">9802 10167 1926 0,'-2'-2'231'0,"0"0"-130"16,2 2-54-16,0 0 142 0,0 0-110 0,0 0 13 0,0 1-33 15,0 9-14-15,3-4 10 0,1 0-16 16,1 0-18-16,1-2 5 0,2 4-5 0,0-4-3 15,2 2 0-15,2-2-1 0,0 0-1 0,1-1 2 0,2-1-3 16,0-1-2-16,-1-2 1 0,2-1-3 16,-2-1-2-16,-2-2 1 0,3-1-1 0,-2-1-1 0,-2 0 0 15,-1-1 1-15,-1 0-1 0,-4-1-1 16,1-1 6-16,-3 1 3 0,-3-1-2 0,-4 2 6 16,0-3 5-16,-4 0-2 15,0 1-1-15,-1 1-1 0,-3-1 3 0,0 1-7 0,-3 0-10 16,1 1 5-16,-3 4-8 0,-1 1-4 0,-2 3 1 0,0 1-3 15,0 7-5-15,0 2 1 0,2 4-44 16,0 2-74-16,4 4 53 0,3 3-406 16,3 1 368-16,3 2-94 0,3-4-128 0</inkml:trace>
  <inkml:trace contextRef="#ctx0" brushRef="#br0" timeOffset="150836.29">12742 10314 1148 0,'0'-3'74'0,"-8"-13"57"16,9 16 17-16,3-1 110 0,0 0-110 0,2 0-12 0,1 0 12 0,3 0-21 16,3 1-21-16,0-1 15 15,2 1-35-15,2 0-24 0,2 0 12 0,-2-3-23 0,3 3-21 16,1 1 8-16,-4-1-17 15,1 1-10-15,-1 1 5 0,1 1-47 0,-3-1-90 16,2 0 59-16,-1 0-41 0,-1 0-64 0</inkml:trace>
  <inkml:trace contextRef="#ctx0" brushRef="#br0" timeOffset="151798.79">14396 10135 1274 0,'2'-6'216'0,"2"-1"-212"0,-10-13 108 0,11 12 200 16,0-2-170-16,-1-3-25 0,2 1-3 16,1 1 10-16,2-2-32 0,0 2-21 0,1 1 12 15,1-1-23-15,0 2-21 0,1 3 9 0,-3-1-15 16,1 1-15-16,-3 3 6 0,1 1-12 16,-2 2-8-16,-2 2 4 0,-3 1 0 0,-1 3-4 15,0 2-1-15,-2 3 0 0,-2 2 2 0,-2 1 1 16,0 5-1-16,-1 1-3 0,-1 2 0 0,-1 0-5 15,0 2-9-15,1-1 6 0,-1 0-16 16,1-3-15-16,0-2 8 0,1 1-13 0,1-4-17 0,-1-3 5 0,2 0-9 16,0-3-11-16,1-2 4 15,1 0-11-15,1-4-7 0,-1 1 2 16,0-2 3-16,0-2 0 0,1 0-6 0,-1 0 21 0,1-3 20 16,0 0-12-16,-2 0 23 15,2-1 25-15,2-2-9 0,-1 2 16 0,-1-1 18 0,-1 1-6 0,2-1 18 16,-1 1 17-16,1 0-9 0,-1 0 12 15,0 1 14-15,0 1-2 0,2 2 3 16,0 0 2-16,0 0 2 0,0-1-9 0,0 0-3 0,0 0 5 16,0 0-7-16,9-9-9 0,-3 9 3 0,1 1-8 15,2-1-5-15,-1 0 3 0,1 1-9 0,4-1-8 16,-1-1 5-16,2 0-9 0,0 1-6 16,4 0 3-16,0 1-6 0,1 0-2 0,0 0 0 0,1-1-28 0,-1 1-44 0,1 1 31 15,-1 0-152 1,-6-1-214-16,2 1 138 0,-2 2-118 0,1 0-157 15</inkml:trace>
  <inkml:trace contextRef="#ctx0" brushRef="#br0" timeOffset="152101.62">14734 10218 1381 0,'1'-10'239'0,"2"-1"-110"0,0 0-78 16,0-3 136-16,0-1-63 0,4-1 19 0,-1-4-37 15,-1 1-30-15,2-1 11 0,0-1-20 0,0 3-16 0,0 1 5 16,1 1-12-16,-4 2-6 16,1 5 4-16,-1-1-7 0,-2 5-5 0,0 2 1 0,-2 3-9 15,0 0-6-15,0 0 5 16,0 0-7-16,-11 4-6 0,8 2 0 16,-2 3-3-16,-1 2-1 0,1 2 1 0,0 2-1 15,1 2-3-15,3 4 2 0,-1 0-3 16,1 0 0-16,1 1 0 0,2-1-6 0,1-1-12 15,1-1 8-15,2-1-39 0,-1-4-47 16,1-2 31-16,2-1-97 0,-1-3-134 0,1-1 74 16,1 0-69-16,-2-3-82 0</inkml:trace>
  <inkml:trace contextRef="#ctx0" brushRef="#br0" timeOffset="152464.16">15008 10050 1533 0,'0'0'222'0,"0"0"-105"0,0 0-71 16,0 0 119-16,-10 8-56 0,6-1 15 16,-1 1-35-16,1 2-34 0,1 1 17 0,0 2-30 15,3-1-23-15,2 2 7 0,2 1-12 16,2-2-8-16,2-1 2 0,1 1-3 0,1-4 0 0,1-2 0 15,2-1 0-15,3-2 2 16,-1-4-1-16,2 0-1 0,0-3 2 16,0-2 0-16,3-2 0 0,-2 0-1 0,-2-3 0 0,1 0-1 15,-2-2 1-15,-2-2 1 0,-2-1 0 16,-1-1 0-16,-4 0 0 0,-2-2 3 0,-2 3 6 16,-3-2-3-16,-2 2 14 0,-3 3 11 15,-1 1-8-15,-4 2-3 0,1 2 5 0,-2 2 7 0,-3 3-11 16,-1 1-18-16,0 3 6 0,-2 1-9 15,2 3-5-15,0 3 2 0,0 1-13 16,2 1-38-16,3 2 22 0,4 0-203 16,6 3 177-16,2 0-38 0,5-1-58 0</inkml:trace>
  <inkml:trace contextRef="#ctx0" brushRef="#br0" timeOffset="153249.67">15713 10008 1057 0,'-3'-3'68'0,"0"-1"91"0,2 3 7 0,-2-2 108 0,2 2-117 0,0 0-14 0,0 1 15 0,0-1-46 15,-17-13-36-15,12 16 12 0,-1 0-21 16,1 2-16-16,0 1 5 0,-1 1-10 0,0 1-7 0,1 2 3 16,1 2-9-16,0 2-8 15,2 0 5-15,-2-2-10 0,2 4-7 0,3 0 3 0,0-3-6 16,1 0-5-16,3 1 2 0,2-2-2 15,2 0 0-15,3-2-1 0,0-3 1 0,3-3 2 16,2 0-1-16,2-3-2 0,-1-3 1 16,2-2 0-16,2-4-1 0,-2 0-1 0,0-2 0 15,-1-3-2-15,-1 0 2 0,-2-1 0 16,0 0-1-16,-4-1 1 0,-3 1 0 0,0 1 0 16,-2-1 3-16,-4 4-2 0,-1-1 2 0,-2 3 1 15,-1 1 0-15,-4-1 1 0,1 4 1 0,-4 1-1 16,-1 0-1-16,0 2 0 0,-2 1 0 0,-1 1-2 0,-2 1-2 15,2 1 1-15,-2 2-3 16,1 0-1-16,1 1 0 0,1 1-3 0,1 1-10 0,2 1 6 0,4 3-55 16,1-2-55-16,4 1 41 0,1 3-127 15,4-3-180-15,4 1 98 0,3-1-93 0,3-4-105 0</inkml:trace>
  <inkml:trace contextRef="#ctx0" brushRef="#br0" timeOffset="153631.76">16040 10007 1738 0,'-6'-5'247'0,"0"1"-123"16,1 1-75-16,-2-1 117 0,1 1-60 0,-1 2 24 16,0 1-41-16,-1 1-47 0,0 1 18 15,2 3-29-15,-1 2-23 0,1 0 8 0,2 4-9 16,1 1-7-16,2-2 0 0,1 3 0 15,2 0-1-15,4 0 0 0,1-1 2 0,2-2 0 16,3-2-1-16,2-1 3 0,0-2 1 0,3 0 0 16,2-5 0-16,-1-3 1 0,1-2 0 15,2-1 0-15,-4-3-1 0,2 1 1 0,-2-4-2 16,-3-1 2-16,-1 1 0 0,-1-1 0 0,-5 0 3 0,-4 1-2 16,1-1 5-1,-3 2 5-15,-2 1-2 0,-6-1 4 0,1 3 6 16,-3 0-1-16,0 0-6 0,0 2-2 0,-2 2 5 15,-4 0-7-15,1 2-9 0,3 2 2 16,-8 0-5-16,2 3-1 0,-1 1 0 0,1 2-2 16,1 1-5-16,3 2 3 0,2 1-47 0,2 1-60 0,6 2 45 15,2 0-139-15,3-2-189 16,6 2 110-16,3 0-106 0,2-4-116 16</inkml:trace>
  <inkml:trace contextRef="#ctx0" brushRef="#br0" timeOffset="153967.54">16355 9997 1550 0,'-5'-2'220'0,"-1"1"-38"16,0 1-28-16,-1 1 41 16,0 2-73-16,1 1-37 0,1 3 18 15,-1 2-35-15,2-1-29 0,3 3 15 16,1-1-23-16,4 1-20 0,2 2 4 0,3-3-6 0,2 0-3 0,4 1-1 0,4-2 0 31,1-1 0-31,-2-3 0 0,6-1 0 0,-3-1-1 0,1-3 0 0,1 0 0 0,-1-2-1 16,-5-3 0-1,-1-1 0-15,2 0 0 0,-7-2 0 16,0 0 2-16,-3 0 1 0,-5-2-1 0,-3 0 1 16,0 0 3-16,-4-2-2 0,-2 2 5 15,-5-1 3-15,-1 0-3 0,-3-2-1 0,-2 3 2 0,-4 1 2 16,-3 1-5-16,-2 2-6 15,0 1 4-15,0 3-6 0,1 2-4 0,1 4 1 0,0 4-66 16,6 1-124-16,3 4 86 0,5 3-62 16,5-1-96-16</inkml:trace>
  <inkml:trace contextRef="#ctx0" brushRef="#br0" timeOffset="155015.5">19181 10167 1194 0,'-4'-2'218'0,"0"2"-213"0,-7-14 119 16,11 14 181-16,0 0-140 0,0 0-45 15,0 0 1-15,0 0 14 0,0 0-41 0,0 0-28 16,10-5 9-16,1 7-19 0,3-1-12 0,3 2 5 16,5 1-15-16,3 1-11 0,2-1 6 15,0-2-11-15,0-1-11 0,1 3 3 0,0-3-25 16,-2-1-46-16,1 0 31 0,-2-4-198 16</inkml:trace>
  <inkml:trace contextRef="#ctx0" brushRef="#br0" timeOffset="156045.48">20528 9960 1405 0,'0'-4'92'0,"3"0"59"16,-1 2 5-16,0-3 147 0,-7-13-186 0,10 15 2 15,2-2 13-15,-2-3-43 0,1 1-31 0,1 2 10 16,3-2-21-16,2 3-18 0,-1 1 9 0,-1-5-15 16,2 4-13-16,-1 0 4 0,-2 1-7 15,0 0-7-15,-1 3 0 0,-2 0-1 16,-1 2-4-16,-2 2 0 0,-2 0-1 0,-1 0-3 15,0 1 1-15,-3 2 1 0,0-1-1 16,-1 1 0-16,-1 0 1 0,0 0 0 0,-1 1 1 0,0-1 0 16,1-1 0-16,0 0-1 0,0 1 3 15,1-2 1-15,0-1-2 0,2-1 3 0,-1-1 2 16,3-2 0-16,0 0 3 0,0 0 1 16,0 0 0-16,0 0-2 0,0 0-1 0,0 0 3 15,0 0-3-15,0 0-1 0,0 0-1 0,11-5 0 16,-5 2 0-16,1 2 0 0,0-2 0 0,0 1 1 15,2 0 0-15,0 0 0 16,1 0-1-16,-1 1 1 0,2 0-1 0,-1 0 0 16,2 1 0-16,-1 0 0 0,-1 1-1 0,0 1 0 15,1 2 1-15,-2-1 0 0,1 2-1 0,-2 2 2 0,-4-1 1 0,3 1-1 16,-2 3 3-16,-2-1 3 16,1 1-2-16,-2 1 1 0,-1-1 3 0,-1 3-1 15,0-1 1-15,-1 0 0 0,0-2-1 0,-3 1 0 16,-1-3 2-16,-1 0-1 0,-1 1 0 15,3-2-1-15,-4-2 1 0,1-2 0 0,-1 2-1 0,2-3 1 16,-2 1-3-16,1-2 0 0,-2-1 1 0,0 0-1 16,2 0-2-16,-2-2 0 0,1 0 0 15,-1 0-1-15,1-1 0 0,-1-2-2 0,2 0-4 0,-1 0 3 16,-1-3-8-16,1 2-12 0,1-1 7 0,0-1-33 0,1-1-47 16,0 3 30-16,3 0-135 0,0-1-181 15,3 4 114-15,3-2-99 0,1 1-134 0</inkml:trace>
  <inkml:trace contextRef="#ctx0" brushRef="#br0" timeOffset="156412.04">20903 10027 2097 0,'2'-4'150'0,"0"-2"-30"0,1 0-24 16,-1-1 21-16,4-1-33 0,0 0-43 0,0-2 14 15,4 0-24-15,-1-2-13 0,2 1 5 0,3-1-9 0,1-1-6 0,0-1 2 16,2 0-3-16,0 2-2 0,-3-1-1 16,2 0 1-16,-3-1 0 0,-3 2-1 15,2 4 6-15,-5 0 1 0,0 1-1 0,-3 1 6 0,-1 1 6 16,-3 1-2-16,-1 2-2 0,1 1-1 15,-4-2 4-15,0 3-7 0,-3 1-7 16,0 0 3-16,1 3-3 0,2 2-3 0,-2 1 0 0,-1 0 1 16,0 3 0-16,2 0 0 0,-1 2-1 15,2 1 0-15,0 0 1 0,0 1-3 0,2 0-1 0,0 0 0 0,1 0-3 16,1 0-9-16,3-1 5 16,1 0-38-16,0 0-46 0,1-2 32 0,2 0-130 0,-1-2-175 0,3 1 106 0,-4-3-96 31,0-3-122-31</inkml:trace>
  <inkml:trace contextRef="#ctx0" brushRef="#br0" timeOffset="157113.76">21265 9938 448 0,'6'-6'329'0,"1"0"-40"0,0 1-41 0,0-1 60 15,1-1-133-15,0 1-37 0,-1 0 33 16,1-4-58-16,-1 3-53 0,0-2 18 0,1 0-26 16,-3 1-21-16,0-3 3 0,0 1-2 15,-1 3 3-15,-1 0-3 0,-1-1 8 0,-1 1 5 16,-1 0-3-16,0 1-3 0,-2 3-2 0,-1-1 6 15,-1-1-13-15,-1 4-15 0,1 1 7 16,-4 0-9-16,1 3-9 0,-1 1 2 0,-2-1-2 16,1 3-2-16,1 1 1 0,-1 1-1 15,1 0-1-15,0 0 1 0,1 1-1 0,1 1-1 0,1 1 0 16,3-1 0-16,0-1-1 0,2-2 0 0,2 2-1 16,3-2 1-16,0-1-1 0,0-2 1 15,4 0 1-15,-1-3 0 0,1 0-3 0,-1 0 2 0,1-1 0 16,1-2-6-16,-1-1 1 0,0 0 1 0,0-2 2 15,-2 1 1-15,0 0-2 0,-1-2 0 16,-1 0 6-16,-1 0 2 0,0 0-2 16,-2 1 0-16,1-1 0 0,-2 0 3 15,-1 3 0-15,0-3 0 0,0 4 1 0,-1 0 4 0,1 2-1 0,0 0 1 16,0 0 1-16,-1 0 0 0,0 0-1 16,0 0-1-16,0 0 1 0,0 0-1 0,1 0-2 0,-1 1 0 15,0 0-2-15,-21 17-1 0,22-13 1 16,1 3-2-16,1 0-1 0,0-1 0 15,2 2-1-15,-1 0 0 0,3-1 0 0,-2 1-1 0,0 1 1 16,1 0-1-16,1-1 1 0,-1 2-1 16,0-1 0-16,-2 1 0 0,3 0 1 0,-2-2 0 15,0 2-1-15,0-1 1 0,-3 0-1 0,2-1 2 16,-3-1 0-16,1-1-1 0,-3-1 3 0,0-1-1 0,-1 0 0 16,-1-1 0-16,-3-2 1 15,0-1 0-15,-3 0-2 0,1-1 0 0,-2 0 0 0,-2 1 4 16,0-2 0-16,0 0-2 0,-1 1 1 15,0-1 3-15,1 0 0 0,2 1-1 16,0-2-3-16,1 0 1 0,2 0-11 16,2 1-30-16,3-2 19 0,0 0-140 0,3 3-246 0,0 0 165 0,13-7-126 31,0 1-176-31</inkml:trace>
  <inkml:trace contextRef="#ctx0" brushRef="#br0" timeOffset="157896.64">21826 9980 1099 0,'3'-4'247'0,"-2"1"-97"0,-1-1-95 0,1 0 137 0,2 1-25 16,-1-1 22-16,1 0-42 0,-3 0-31 0,1 1 11 15,1 0-24-15,1 1-20 0,-3 2 11 16,0 0-31-16,0 0-22 0,-1 0 14 0,-14 0-19 16,9 3-19-16,0 3 5 0,-4 2-8 15,0 1-2-15,2 2 2 0,0 3-5 16,1 0-4-16,1 1 4 0,2 2-3 0,2 0-4 15,3-2 0-15,4-1 0 0,2 0 2 0,2-2-2 16,4-3 4-16,2-1 0 0,1-2-1 0,5-4-1 16,-1-1 1-16,1-3 1 0,2-3-2 0,0-3-3 0,0 0 2 15,-1-4-2 1,1-2 1-16,-6-1-1 0,3 0 0 0,-3-1 2 0,-3 1-2 0,-2 0 2 16,-3 2 2-16,-3 0-1 0,-4 1 0 15,-1 2 2-15,-3 2 0 0,-2 1 0 16,-4 1 1-16,-2 1-1 0,-3 2-1 0,-2 0 1 0,1 2 0 15,-5 1-1 1,-1 0-1-16,2 2 1 0,-4 1-3 0,1 0 1 0,5 1 0 0,-2 1-3 16,2 0-4-1,5 1 3-15,2 1-27 0,1 0-41 0,5 2 28 0,6-1-124 0,1 1-176 16,7-1 110 0,3-1-99-16,5-1-125 0</inkml:trace>
  <inkml:trace contextRef="#ctx0" brushRef="#br0" timeOffset="158277.69">22243 9961 1943 0,'-3'-5'171'0,"-2"1"-24"0,0 2-24 0,-1-2 15 15,0 1-32-15,0 2-51 0,-2 0 21 0,1 1-35 16,0 2-23-16,-1 1 7 0,0 3-13 15,3 2-9-15,0 1 3 0,1 1-1 0,3 0-2 16,3 3 0-16,3-1 1 16,1-1 3-16,4-1-1 0,4 0 2 0,-1-3 1 0,3-2 0 0,1-1-1 15,0-3-1 1,3-1 1-16,-1-3-1 0,1-3-2 0,-3-1 0 16,1 0 0-16,-2-2 0 0,-1-1 0 15,-1-2 0-15,-4 3 1 0,-1-2 0 0,-3 2 2 0,-2-1 6 0,-3 1-3 0,1 0 6 16,-3 1 8-1,-4-1-4-15,-2 0 3 0,0 2 4 0,-2 0 1 16,-1 1-9-16,-1 0-4 0,-3 2 4 16,1 1-8-16,-1 2-8 0,1 1 3 0,-3 1-5 15,2 1-2-15,-1 3 0 0,1 1-1 0,1-2-3 16,1 3 1-16,2 0-23 0,0 0-35 0,5 1 24 16,1 1-118-16,4 0-152 0,3 0 99 0,3 1-88 15,1-3-115-15</inkml:trace>
  <inkml:trace contextRef="#ctx0" brushRef="#br0" timeOffset="158600.59">22582 9949 1749 0,'-3'-1'178'0,"-1"1"-29"0,0 2-25 0,1-2 19 16,-4 4-37-16,1-1-52 0,0 3 18 0,2 1-32 15,0 1-24-15,-1 2 9 0,5 2-13 0,0-1-8 16,6 1 0-16,4 3 0 0,1-2 0 0,3-2-2 0,1 1 1 16,3-3 0-16,0-3 0 15,4-1 1-15,-1-2-1 0,-2-4 1 0,3-3-1 0,-1-2 1 16,-2-3 0-16,0-2 3 0,-1-2 5 16,-3 0-3-16,-3-2 14 15,-1 0 12-15,-3 0-7 0,-3-1 9 0,-3 1 15 0,-2 1-2 0,-2 1-1 16,-4 0 0-16,-2 0 1 0,-2 3-10 15,-2 2-10-15,-2 1 7 0,-4 1-15 0,0 3-13 0,-3 2 5 16,-3 3-7 0,-2 1-10-16,0 3 2 0,0 2-42 0,1 2-74 0,2 3 51 15,2 0-37-15,4 1-58 0</inkml:trace>
  <inkml:trace contextRef="#ctx0" brushRef="#br0" timeOffset="164236.57">7293 11416 1141 0,'-3'0'75'16,"2"-1"66"-16,0 0 11 0,0 0 111 0,0 1-117 15,1-1-22-15,0 0 13 0,0-20-31 0,6 15-31 16,1-1 12-16,3-2-24 0,3 0-17 0,1-1 6 16,0-4-13-16,4 0-8 0,-1 1 2 15,0-3-7-15,1 2-8 0,1-2 3 0,-2-1-6 16,-1 0-4-16,-1 2 2 0,-3-3-1 15,0 3 2-15,-1 1-2 0,-3 0 0 0,-2 3 5 0,0 2 0 16,-3-3 4-16,-1 4 2 0,-1 1-2 16,-1 1-1-16,0 0 2 0,0 1 1 0,-2 0-3 15,0 1-4-15,2 0 1 0,-2 1-5 16,2 0-2-16,-1 1 1 0,1-1-4 0,0 3-2 16,0 0 1-16,0 0-6 0,0 0-2 0,0 0 1 15,0 0-8-15,0 0-5 0,0 0 3 16,0 0 2-16,4 10 1 0,-2-2-5 15,0 3 5-15,0 3 8 0,0 0-2 0,-1 3 2 16,1-1-3-16,0 1 1 0,0 1-25 16,0 0-30-16,1-2 23 0,-1 0-65 0,3-2-77 0,-2-1 45 15,1 0-135-15,0-2 199 0,1-1-104 16,0 0-64-16</inkml:trace>
  <inkml:trace contextRef="#ctx0" brushRef="#br0" timeOffset="165512.49">7912 11068 995 0,'-3'-5'219'0,"2"1"-81"16,1 0-88-16,-2 1 146 0,2 0-45 0,0 1 12 0,0 2-41 16,0 0-26-16,0 0 17 0,0 0-27 15,-1 0-28-15,0 0 8 0,-13 5-12 0,9 1-9 0,0 1 4 16,1 3-9-16,2 3-9 0,-2 2 4 15,2 1-10-15,2 2-10 0,-1-1 6 0,1 1-9 16,4 0-6-16,-1-1 0 0,2-2 0 0,1-2-2 0,1-2 1 16,-1-2 0-16,2 0 1 0,0-6 0 15,2 0 1-15,-1-2 0 0,1-1 1 0,0-4-1 16,0 0 0-16,3-3 1 0,-2-2-2 16,0-1-1-16,-1-2 0 0,2 0 0 0,-2-1-2 0,0-1 1 15,-2-2-1-15,0 2 1 0,-3-1-1 0,-1-1 2 16,-2 3 0-16,-2 1 0 0,-2-1 2 15,-4 3 0-15,-1 1 0 0,-1 1 3 0,-3 2 1 16,-1 1-1-16,-1 2 0 16,0 0 2-16,-1 2 0 0,0 1-2 0,1 1-2 15,1 3 2-15,1 0-4 0,2 1-4 0,0 2 2 16,2 3-26-16,0-1-58 0,4 2 38 16,0 2-261-16,3 2 232 0,6-3-59 0,1-1-80 15</inkml:trace>
  <inkml:trace contextRef="#ctx0" brushRef="#br0" timeOffset="166368.9">8245 11030 1507 0,'-5'-8'252'0,"2"2"-110"0,0 2-91 0,-1-1 133 16,-1 2-40-16,0 1 22 0,0 1-48 0,1 1-41 15,-1 3 19-15,-1 2-33 0,2 1-28 0,1 3 9 16,2 4-17-16,1 1-11 16,0 3 5-16,4 2-10 0,0 0-6 15,3 3 2-15,1 1-2 0,1-2-3 0,1 0 1 16,0 0-2-16,3-3 2 0,-4-2 0 16,1 2-3-16,1-5 0 0,-3-3 1 0,1 1-2 15,-2-2-3-15,-1-3 1 0,-1 0-3 16,-1-3-2-16,-2 0 1 0,-2-3 3 0,0 0-4 15,0 0 1-15,0 0 0 0,0 0 2 0,-10-4 1 16,1 1 0-16,1 0 1 0,-2-1-3 0,-3-2 4 16,-1 0 2-16,1 1 0 0,-1 0-1 0,-3-1 1 15,4 1 0-15,-1 0 0 0,1 1 0 16,1 2 0-16,1 0-1 0,2 0 0 0,-1-1 1 0,3 3-1 16,-1-1 1-16,2 1 0 0,1-1 0 15,3 0-1-15,2 1 0 0,0 0 0 0,0 0-2 0,0 0 1 16,5-6 1-16,0 3 1 0,2 0-2 0,3-1 1 15,0-2 1-15,2 2 0 0,2-2 1 16,1 0 0-16,-2 0 0 0,4-1 0 16,-3-2 0-16,-1-1 1 0,4 3-1 0,-3-3-1 0,-1-1 1 15,0-2 0-15,-1 1 1 0,0 0-2 16,-1 0 2-16,-2 1 2 0,-1 0-2 0,-2 0 5 0,-1 0 4 16,-2 3-3-16,-2-1 5 0,-1 1 4 15,-3 1-1-15,-1 1-1 0,-2 1-1 0,-1 1 2 0,-1 0-4 16,1 2-7-16,-4 0 3 0,0 1-3 15,1 1-4-15,-3 2 1 0,0 1-2 16,0-1 0-16,-2 2 0 0,1-1 0 0,3 1-1 0,0 1-1 0,3 1-10 16,1-1-17-16,2 2 12 0,1 0-55 15,4 1-61-15,3 2 39 0,1 0-179 0,0 2 206 0,3 1-88 16,4 2-73-16</inkml:trace>
  <inkml:trace contextRef="#ctx0" brushRef="#br0" timeOffset="166760.68">8458 11170 1667 0,'-4'6'166'0,"2"2"-28"0,-1 0-21 16,1 0 28-16,-2 2-52 0,2 1-27 0,-1-1 8 15,2 2-16-15,0-1-21 0,1 1 8 0,3-3-14 16,2 1-11-16,3-1 3 0,2-1-5 0,3-1-7 16,-1-3 2-16,4-1-3 0,0-1-1 0,-2-1 0 0,3-2 2 15,-2-1 0-15,1-3-1 16,-1-1 0-16,1-1 1 0,-3-1 1 0,1-3 0 0,-1 1-2 0,-1-1 1 16,-2 0-1-16,-2-3 0 15,-2 2-1-15,-1-2 3 0,-2 3 2 0,-3-1-3 0,-2-1 5 0,-2 2 6 16,-3 1-3-16,-2 2 6 15,-1 0 4-15,-3 3-1 0,-2-1-6 16,0 3-3-16,-4 3 5 0,0 1-8 0,0 1-10 16,0 3 1-16,-1 0-3 0,0 1-4 0,2 2 0 0,2 2-23 15,4-2-45-15,2 1 30 0,5 2-195 16,2 0-281-16,4 3 188 0,6 0-153 0,3-2-223 0</inkml:trace>
  <inkml:trace contextRef="#ctx0" brushRef="#br0" timeOffset="167433.14">9210 11229 1251 0,'1'-5'83'0,"-10"-14"49"0,9 13 13 0,0-1 126 15,0 2-131-15,0 1-11 0,0 0 8 0,0-1-36 16,0 5-23-16,0 0 19 0,0 0-31 15,-15 1-29-15,9 6 10 0,-2 0-14 16,-1 2-7-16,3 4 0 0,-1 3-5 0,1 0-3 0,2 0 4 16,2-1-8-16,2-2-6 0,0 2 2 15,3-4-4-15,3-1-1 0,2-3 0 16,0-1 1-16,4-2 1 0,2-2-1 0,1-2 0 16,2-3 1-16,1-3 1 0,1-1-3 15,-1-2 0-15,-1-2 0 0,0-3-1 0,-4 1 1 0,0-2-2 16,-4-3 2-16,-1 4 1 0,-5-3-1 15,-3 2 1-15,0 1 1 0,-3 2 0 0,-3 1 1 16,-2 2 3-16,-3 4-2 0,-2-2 6 16,0 3 2-16,0 3-2 0,-3 1-3 15,0 0 0-15,0 2 4 0,-1 1-6 16,2 1-7-16,1 2 2 0,-1 2-4 16,3 0-2-16,1 0 1 0,4 4-11 0,1-2-20 0,5 1 13 0,1 1-59 15,3-1-67-15,5-2 44 16,2 2-151-16,4-2-226 0,3 0 128 0,3 0-112 15,5-1-138-15</inkml:trace>
  <inkml:trace contextRef="#ctx0" brushRef="#br0" timeOffset="167828.11">9484 11154 1765 0,'-2'-4'208'0,"-3"-1"-34"0,0 3-32 0,1-1 33 16,-2 0-61-16,1 3-46 0,-1 2 20 16,0 2-37-16,0 1-26 0,1 3 10 15,0 2-14-15,2 1-14 0,1 4 4 0,1 0-6 16,1-1-2-16,1-1 1 0,3 3-1 16,1-2-1-16,3-3-1 0,1 0 2 0,1-3 0 0,3-1 0 15,3-1 1-15,0-2 1 0,1-3-1 16,1-1 0-16,-1-1 0 0,3-4 1 0,-1 1-1 0,-1-2-1 15,-3-3 0-15,1 0 1 16,-4-3 0-16,-1 1 0 0,0-1-1 0,-4-1 0 0,-1 0 1 16,-2 0 1-16,-1 2 0 0,-4-2-1 15,-1 3 3-15,-3-1 5 0,-4 2-3 0,-1 0 10 0,-1 3 5 0,-5-2-3 16,0 3-1 0,0 3 2-16,-2 1 5 0,-2 1-8 0,0 0-10 0,1 4 5 0,-2-1-6 15,2 3-5-15,3 2 2 16,0 1-3-16,4-1-5 0,5 4 3 0,2 0-33 0,4-1-48 15,2-1 34-15,5 2-157 16,4-1-261-16,2-1 164 0,2-2-133 0,6-1-177 0</inkml:trace>
  <inkml:trace contextRef="#ctx0" brushRef="#br0" timeOffset="168150.62">9852 11179 881 0,'-11'4'510'16,"0"3"-147"-16,3 1-93 16,-3 1 156-16,3 2-267 0,-1-1-66 15,1 3 18-15,2-1-37 0,0 1-33 0,2-2 14 16,3 0-22-16,1-1-19 0,4-3 4 0,3 1-5 0,2-3-5 0,4 0 0 16,1-2-1-1,5-1 0-15,3-2 1 0,1-3-2 0,2 1-3 0,-1-4 2 0,2 0-3 0,-2-2-2 0,0-2 0 16,-2 1 1-1,-5-3-1-15,-1-1-1 0,-2 1 1 16,-2-1 1-16,-5 2 1 0,-1-1 3 0,-5 2 5 0,-2-2-3 16,-5 4 7-16,-2 3 9 0,-3-1-4 0,-3 1 7 15,-5 1 6-15,-2 2-1 0,-3 0-7 0,-3 4-5 16,-1 3 7-16,-3 0-11 0,-1 3-15 16,0 4 3-16,4 1-34 0,0 3-59 0,5 2 38 0,5 1-391 15,6 1 345-15,8-2-78 0,5-1-109 16</inkml:trace>
  <inkml:trace contextRef="#ctx0" brushRef="#br0" timeOffset="173543.81">13860 11309 1138 0,'-5'2'73'0,"-8"-13"72"15,10 12 12-15,-1 1 119 0,2-1-109 16,2-1-16-16,0 0 2 0,0 0-30 0,0 0-20 15,5-6 16-15,1 1-32 0,2-2-31 0,3-2 14 16,2-5-24-16,1-2-20 0,2-1 8 16,2-1-12-16,1-1-9 0,1-2 4 15,1-3-6-15,-2 1-5 0,0 0 2 0,0 1-1 16,-2 2-2-16,-2 1 0 0,-1 1 0 16,-3 3 2-16,-2 2-1 0,-1-1 2 0,-3 4 3 0,-1 2-2 15,0 1 4-15,-4 1 3 16,0 2-1-16,0 4-4 0,0 0 0 0,0 0 3 15,0 0-5-15,0 0-5 0,0 0 1 0,-13 7 1 16,9 0 1-16,-1 2-1 0,-1 1-1 16,1 2 2-16,-1 3 1 0,0 2-2 0,2 2-1 0,1 1-1 15,0 4-2-15,1-2-2 16,2 3 0-16,0-1-8 0,3-2-18 0,1-2 12 0,1-1-51 16,1-3-53-16,-1-3 36 0,1-2-115 15,0-4-158-15,-1-1 88 0,1 0-81 16,-1-2-95-16</inkml:trace>
  <inkml:trace contextRef="#ctx0" brushRef="#br0" timeOffset="174511.17">14499 10986 1552 0,'-5'-4'222'0,"-1"0"-31"0,1 1-31 0,0 0 23 0,0 1-45 15,-2 0-38-15,3 1 13 0,-1 0-28 0,2 1-22 0,-3 0 11 0,5 0-22 16,-2 2-18 0,2 1 8-16,1 1-9 0,0 2-11 0,4 1 2 0,-1 3-6 0,4 1-1 0,1 1 2 15,0 2-5 1,2 0-6-16,1 0 3 0,0 2-3 0,2-1-2 0,1 2-1 0,0-2-1 16,-1-1 0-16,0 0 1 15,0-1-2-15,-2 0-2 0,0-1 1 0,-1 0-1 0,-5-2 0 0,2-3 0 0,-2 1-1 31,-3-2 1-31,-1 1 0 0,0-3 0 16,-2-1-1-16,-4-3 0 0,2 1-1 0,-5 1-2 16,0-2 2-16,-3 0-1 0,0-4 0 0,-3 3-1 15,-1-2 1-15,2 0 2 0,1 1-1 0,-1-2 1 16,1 3 0-16,3-3 0 0,0 0-1 16,2 0 1-16,1 3 0 0,0-3-1 15,2 1 0-15,0-2 0 0,3 2-1 0,-1-2-2 16,2 1 2-16,2-1-2 0,0-2 0 15,3 2 0-15,1-3 1 0,1 1 0 0,2-1 0 16,2 0 1-16,0 0 1 0,2-1 0 0,0 1 0 16,1-2 1-16,1 1 0 0,1-1 0 15,-1 2 0-15,-1-2 0 0,1 0 1 0,-2-1 0 16,0 1-1-16,-1 0 0 0,-3 1 1 16,-1 0-1-16,-3 0 1 0,-2 1 1 0,-3 1-1 15,-1 0 1-15,-3 1 0 0,-3 0 0 0,-2 0 0 16,-1 1-1-16,-1 1 1 0,-1 2-2 15,-3-1 0-15,1 2 0 0,-2 0 0 0,1 1 0 16,2 1 0-16,-1 2-1 0,1 0 1 16,2 0 0-16,4 2-6 0,0-1-18 0,2 2 11 15,2 1-57-15,2-1-66 0,2 1 45 16,3 0-169-16,2 1-241 0,2 1 140 0,2-2-123 16,0 0-155-16</inkml:trace>
  <inkml:trace contextRef="#ctx0" brushRef="#br0" timeOffset="175177.23">14831 11098 1401 0,'6'-11'223'0,"-2"0"-33"0,1 1-30 0,0-1 38 0,0-1-72 15,1 1-28-15,1 2 14 0,-2-3-31 16,0 3-24-16,-1-2 11 0,0 2-20 0,-3 1-19 16,0 1 7-16,0 1-8 0,-3 1-7 15,-2 1 1-15,-1 1-5 0,0 2-1 0,-1 1 3 16,0 0-6-16,-2 3-6 0,1 0 3 16,-2 2-3-16,1 1-1 0,-1 0-1 0,1 2 1 0,-1 0 1 15,1 1-1-15,1 0-1 0,0 0-1 16,3 0 2-16,1 2-4 0,1-3-1 0,2-1 0 0,2 2 1 15,2-3 0-15,3 0-1 0,0-2 0 16,2 0 2-16,0-3 0 0,4-1-3 16,-1 0-2-16,0-3 1 15,0-1-1-15,0-1-3 0,-1-1 0 0,0-1 1 0,-2 0 2 0,-1 0-2 16,-2-1 3 0,-2 1 1-16,0 1 1 0,-3 1 0 0,-1 0 3 0,-1 0-2 0,-3 2 2 15,0 0 2 1,-1 1-1-16,-1 0 1 0,-1 1 3 0,0 1 0 0,0 0 3 0,0 1 3 15,1 1-2-15,0 0 0 16,2 2 2-16,-1 0 2 0,3 1-4 16,-1 1-3-16,3 1 2 0,0 2-4 0,3 0-2 0,2 3 1 15,1 1-3-15,2 0-1 0,1 1 0 16,2 3-2-16,-1-2 1 0,2 3-1 0,0 2 0 16,-1-3-1-16,-2-1 0 0,0 2 1 15,-2-3 0-15,-2-2 0 0,0 2-1 0,-3-6 2 16,-2 1-1-16,-1-2 2 0,-1-1-1 15,0-1 0-15,-1-1 1 0,-1-1 1 0,-1 0 0 0,-1-3 2 16,0 1-1-16,-1-2 1 0,0 0-2 16,-1-2 0-16,-2 0 0 0,0-2 1 0,-1 0-3 15,-1-1-1-15,-2-1 0 16,0 1 1-16,-1-3 0 0,0 1-1 0,1 0 1 0,1-1-1 0,1 3-12 16,1-1-21-16,4 2 15 15,1 1-74-15,6 3-85 0,0 0 57 0,-1 5-309 0,7 2 324 16,1-1-119-1,6 0-113-15</inkml:trace>
  <inkml:trace contextRef="#ctx0" brushRef="#br0" timeOffset="175824.57">15179 11114 1260 0,'0'-6'267'0,"0"1"-34"0,0 2-32 0,-1-2 33 0,1 2-68 15,-2 0-48-15,1 2 23 0,-3 0-47 16,1 0-33-16,-1 2 15 0,1 0-23 0,-2 4-19 16,0 2 5-16,2-1-11 0,-1 6-6 15,1 0 3-15,1 3-5 0,0 2-6 0,2-1 2 16,2 3-3-16,2-1-2 0,1-1 0 0,2-2-1 16,2-1-1-16,2-3 1 0,3-1-2 15,1-1-2-15,1-5 0 0,5-2 0 16,-1-1-1-16,2-4 0 0,-1 0-1 15,1-3 0-15,-1-3 1 0,0-3-2 0,-3 0 0 0,-2-3 1 16,-1-2-2-16,-4 3-1 0,-3-4 1 0,-3 0 0 16,-3 4 2-16,-5-1-2 0,0 0 0 15,-4 2 2-15,-5 3-1 0,-3-1 2 0,-2 5-1 16,-2 0 0-16,-4 2-1 16,0 2 1-16,-4 2 0 0,1 2-1 0,2 2 1 0,0 2-2 15,2 0 1-15,4 3-3 0,5 1 0 0,1 1-15 16,4-1-33-16,3 1 23 0,2 2-121 15,4 0-197-15,3 1 128 0,5-1-99 0,2-2-142 16</inkml:trace>
  <inkml:trace contextRef="#ctx0" brushRef="#br0" timeOffset="176491.11">15821 11088 1306 0,'0'-7'227'16,"0"-1"-26"-16,0 1-22 0,0 1 23 0,0 1-46 0,0 1-36 0,0 1 15 16,0 3-33-16,0 0-28 0,0 0 13 0,0 0-27 15,-1 0-20-15,-17-3 7 0,11 7-12 16,-1 1-10-16,0 2 1 0,0 3-6 0,0 1-3 0,3 1 3 16,0 3-7-16,3-1-5 0,-1 3 2 0,2-1-2 15,3-1-3-15,2 0 0 0,1-1-1 0,3-2 1 0,2-2 0 16,1 0 0-16,1-3 0 0,3-2 0 0,-1-3-2 15,2-1 1-15,-1-1 0 0,1-3-2 16,0-3 0-16,-1-2 0 0,2-3-1 16,-2 0-1-16,1-1 0 0,-3-3 1 0,-1 1 0 15,-1 0 0-15,-1-1 1 0,-3 2 0 0,-2 0 1 16,-4 0 0-16,-2 0 0 0,-1 3 1 0,-3 0 0 16,-3 2 1-16,-2 0-1 0,-1 1 3 0,-2 2 0 15,0 1 0-15,-1 1 0 0,-2 1 1 16,1 2 0-16,-1 0-2 0,0 0-2 0,-1 3 2 0,1 0-3 15,3 1-3-15,1 1 2 0,3 3-6 16,-1-1-12-16,3 2 7 0,0 0-41 0,7 1-44 0,-2 1 30 16,1 1-90-16,4-2-111 0,2 0 59 15,3 2-59-15,2-2-67 0</inkml:trace>
  <inkml:trace contextRef="#ctx0" brushRef="#br0" timeOffset="176894.17">16104 11074 1214 0,'-4'-6'268'0,"2"0"-38"0,0 3-35 0,-1-1 44 16,-2 0-87-16,0 3-47 0,1 1 29 16,-2 1-44-16,1 2-43 15,-1 2 12-15,-1 3-20 0,3 0-17 0,1 3 5 0,-1 2-10 16,4 1-6-16,1 1 2 0,-1 1-2 0,5-3-2 15,2 4-2-15,2-4 1 16,3 0 0-16,3-2 1 0,-3-4 0 16,3-1-1-16,0-3 0 0,2-2-1 0,-1-2 1 0,0-1 0 15,-2-3 0-15,0-4-1 0,0 0 1 16,1-3-2-16,-2 2 0 0,-2-3 0 0,0-2 0 16,-3 1-1-16,-2 0 1 0,0-2 0 0,-3 3 1 15,-3 0 0-15,-2 0 5 16,-2 1 6-16,-3 1-4 0,-3 1 5 0,0 1 3 0,-1 2 1 15,-2 1-5-15,-1 2-4 0,-2 1 4 16,-3 2-7-16,3 1-7 0,-2 1 2 0,-1 2-3 0,0 2-1 16,1 1 0-16,3 1-2 0,1 1-1 0,3 0 1 15,2 3-21 1,5 0-36-16,3 0 24 0,4 1-93 16,5-1-119-16,2 0 74 0,4-1-70 0,6-1-84 0</inkml:trace>
  <inkml:trace contextRef="#ctx0" brushRef="#br0" timeOffset="177240.56">16349 11068 1957 0,'-3'0'166'0,"-1"3"-23"15,0 0-23-15,0 3 23 0,0 0-50 0,1 1-35 0,1 1 20 16,1 2-35-16,1 0-24 15,1 1 9-15,4 1-13 0,2-2-8 0,2 2 0 0,3-1-1 16,1-2-1-16,4-1 1 0,0-1-4 16,2-4 1-16,0-2 1 0,0-2-2 0,0-2 0 0,-1-3-1 15,1 0 0-15,-3-2 1 16,-1-3 0-16,-2-1 2 0,0 1 7 16,-3 1-5-16,-2-4 13 0,-4 3 13 15,-2-1-9-15,-1-1 12 0,-4 3 14 0,-4-1-3 0,-5 0-3 0,-1 2-2 0,-3 0 5 31,-3 1-14-31,-3 2-13 0,-2 2 8 0,-3 2-14 16,0 2-14-16,2 3 4 0,-1 3-34 16,3 2-53-16,3 1 34 0,3 4-334 15,7 1 296-15,6-4-68 0,3-2-97 0</inkml:trace>
  <inkml:trace contextRef="#ctx0" brushRef="#br0" timeOffset="183582.59">19802 11262 1023 0,'-2'-4'206'0,"0"-1"-201"0,-8-14 122 16,7 13 144-16,3-1-88 0,1 1-39 0,0-1-4 15,1-1 12-15,2 0-43 0,1 0-27 0,0 0 13 16,0-4-27-16,0 4-21 0,2-1 10 0,-1 0-15 15,0 1-13-15,1 1 3 0,0 0-6 16,0 1-5-16,1 2 2 0,-1-2-5 16,1 1-6-16,-3 3 3 0,1 0-6 0,1 1-5 15,-2 1 3-15,0 1-4 0,0 1-2 16,1-1 1-16,-2 3-2 0,1-1 2 0,-1 3-2 0,1 1 1 16,-1 2 0-16,0 1 0 0,-3 3-1 15,1 0 1-15,-2 2 0 0,0 2 0 16,-3 0-1-16,-2 0 0 0,0 2-2 15,-2-2-2-15,-1-1 1 0,-1 1 0 0,-2 0-3 0,2-3 1 16,-3 2-1-16,1-2 1 0,-1-1 0 16,2-1-5-16,-1-1-9 0,1-1 7 15,1 0-12-15,0-3-11 0,0-1 4 0,0 1-1 16,2-3-4-16,-2-1-3 0,3-1 11 16,0 0 7-16,2-2-5 0,-2 0 12 0,6 0 7 0,0 0-3 15,0 0 5-15,0 0 5 0,0-1-1 16,0 0 6-16,0 0 4 0,0 0-2 0,0 1 4 15,0-1 8-15,0 0-3 16,1-1 6-16,0 0 1 0,0 1 0 0,-1-1 0 16,19-21 3-16,-14 23 0 0,1-1-3 0,1 0-3 15,0 0 2-15,2 1-3 0,-1 0-3 16,1 1 1-16,2-1-4 0,1 0-3 0,1 1 2 0,0-1-3 0,0 0-4 16,1-1 2-16,2 0-2 15,0-1-1-15,-1 1-1 0,1-1 0 0,-2-1-1 0,3 1 1 16,-2 0-11-16,-1-1-19 15,0 1 13-15,-3-1-59 0,1 1-77 0,-1 0 50 0,2 0-243 16,-5 0 260-16,5 2-101 0,-1-1-89 16</inkml:trace>
  <inkml:trace contextRef="#ctx0" brushRef="#br0" timeOffset="186147.99">20457 11064 658 0,'-5'-3'44'0,"-9"-12"79"0,9 13 10 15,1 0 50-15,-1 0-35 0,0 1 1 16,2-1 11-16,-1 2-23 0,2-1-21 0,-2 1 7 16,1 0-26-16,3 0-18 0,0 0 12 0,0 0-16 15,0 0-14-15,0 0 3 0,-4 13-8 16,7-7-3-16,0 1 2 0,0 2-8 0,4 1-5 0,2 1 3 16,1 2-9-16,1 1-8 0,-2 0 3 0,3-3-7 15,0 3-6-15,1 0 3 0,0 2-6 16,0-2-4-16,-1-1 2 0,-1-1-5 15,-1 0-2-15,-2-3 1 0,-1 1-1 0,0-2-2 16,-3 0 0-16,-1-2 0 0,-2 1 1 0,-1-1-1 16,0-1-1-16,-2 1 0 0,-2-2 1 0,0 0-4 15,-3 0-3-15,0-1 2 0,-1 1-2 16,-1-2-1-16,-1 1 0 0,-1-2 0 16,1 0 4-16,-2-1-2 0,2 0 1 0,0-2 0 15,0-1 1-15,3-1 1 0,0 0-1 0,1-1 0 16,1-1-1-16,1 1 0 0,0-3 0 15,4 1 1-15,0 0-3 0,0 0 0 0,2-3 0 16,1 0 1-16,1-1 0 0,2 0 0 16,2 0 0-16,1-1 0 0,1-1 2 0,0 1-1 15,0 1 0-15,2-1 0 0,0 1 0 0,-1 0 1 16,1 0 0-16,-3 2 0 0,-1-1 0 16,0 0 0-16,-1 0 0 0,-1 3 0 0,-2 0 1 15,-2 0 0-15,0 0 0 0,0 1 0 0,-2 1 1 16,-2-1 0-16,-1 0 0 0,-2 2-1 0,-1 1 0 15,-1-2 0-15,-5 2-1 0,2 0 1 0,-4 1-1 16,3 1 0-16,-2-1 0 0,-3 1-1 16,3 1 0-16,0 0 0 0,1 1-2 0,0 1-11 0,4 0 6 15,-2 1-43-15,5 2-43 0,1 0 31 0,2 2-102 16,2 1-143-16,2 1 77 0,3-1-69 16,3 1-87-16</inkml:trace>
  <inkml:trace contextRef="#ctx0" brushRef="#br0" timeOffset="186712.9">20696 11040 1241 0,'-3'-4'245'0,"-1"3"-99"0,2 0-92 0,-2 0 130 0,2-1-36 16,2 2 22-16,0 0-40 16,0 0-43-16,0 0 16 0,0 0-27 0,0 0-19 0,0 0 8 0,6 6-16 15,0-5-12-15,2 0 6 0,3 0-12 16,4 0-12-16,0-1 6 0,2-1-9 0,1-1-8 0,1-1 3 16,2-1-3-16,-1 1-3 0,0-2 0 15,0-1-1-15,-3-1-2 0,0 2 1 0,1-1-1 16,-4 1-1-16,-3 0 0 15,-1 0 0-15,-2 0 0 0,-3 3 0 0,0-1 1 0,-5 3-1 0,0 0 0 0,0 0 0 16,0 0-1 0,-6-1 0-16,0 4 0 0,-1 0 0 0,-1 2 0 0,-2 0 1 0,-1 0 3 0,2 1-1 15,-2 1 2 1,2 1 3-16,-3 0-2 0,4 0 0 0,-3 3 0 0,3-1 1 0,-1 4-2 16,0-1-3-16,3 1 1 15,0 3-1-15,0-2-2 0,5 4 0 0,1-2-5 16,0-1-11-16,2-3 7 0,4 4-40 0,0-4-43 15,0-1 28-15,4 0-85 16,-4-3-102-16,-1-2 50 0,2 2-162 0,-1 0 272 0,-2-3-145 0,2 1-93 16</inkml:trace>
  <inkml:trace contextRef="#ctx0" brushRef="#br0" timeOffset="186913.98">20749 11234 1529 0,'-6'-7'278'16,"1"4"-126"-16,0 0-92 0,0 1 143 0,1-1-58 0,1 2 26 0,-2 0-50 31,3 1-48-31,2 0 16 0,0 0-35 0,0 0-25 16,0 0 13-16,7-3-20 0,1 3-14 0,6 0 2 16,2 0-18-16,0 1-29 0,2-2 19 0,5-1-101 15,-2 0-119-15,3-1 80 0,2 2-72 16,-3-2-98-16</inkml:trace>
  <inkml:trace contextRef="#ctx0" brushRef="#br0" timeOffset="187634.17">21117 11199 586 0,'1'-3'310'0,"3"-1"-27"0,3-1-32 0,-1-2 41 0,-1-3-94 15,3 1-35-15,1-3 29 0,2-2-57 0,0 0-45 16,0-1 17-16,0-2-26 16,0 2-25-16,3-1 7 0,-2 0-16 0,1 0-7 0,-1 2 5 0,-1-1-3 15,-4 2-8-15,-1 1 2 0,0 2-4 16,-3 1 1-16,-2 4 1 0,2 0-3 0,-3 5-3 16,0 0 1-16,0 0-7 0,-1 0-2 15,0 0 2-15,-15 3-2 16,11 3-3-16,0 2 0 0,0 4-4 0,-2 1 0 15,4 4 3-15,-2 1-5 0,0 2-5 0,3 1 2 0,1 3-6 16,-2-3-9-16,3 3 5 16,1-3-18-16,1-1-23 0,-1-2 14 0,5-1-41 0,-3-4-51 0,0-1 28 15,2-2-94 1,-2-3-137-16,2-1 77 0,-2 3-68 0,1-2-83 0</inkml:trace>
  <inkml:trace contextRef="#ctx0" brushRef="#br0" timeOffset="188876.98">21798 11067 920 0,'4'-8'61'0,"0"0"92"16,-1 3 13-16,-1-2 87 0,-6-12-79 16,7 15-2-16,-2 0 17 0,-1 4-50 15,0 0-32-15,0 0 21 0,0 0-36 16,-1 0-27-16,-12-2 9 0,7 9-17 0,-1-1-12 0,1 4 4 0,-2 1-12 16,0 3-10-16,0 2 6 15,1 3-9-15,1 3-10 0,2-1 4 0,3 3-5 16,2-1-4-16,5-4 1 15,2-2-1-15,3-3-2 0,6-4 1 0,2-2-1 16,4-3 0-16,2-4-1 0,1-4-1 0,1-1-3 0,1-5 2 16,0-1-1-16,-2-5-3 0,-2 1 1 15,-3-5-1-15,-1 1 0 0,-2 1 0 0,-2-3 3 16,-5 3 0-16,-2 0-1 0,-2 2 0 16,-4 0 4-16,-3 2-2 0,-3 0 6 15,-1 3 4-15,-4 1-4 0,-3 0 4 16,-3 3 5-16,-1 3 0 0,-3 1-3 0,0 2 0 0,-3 1 1 0,-2 1 0 15,1 2-2 1,0 1-1-16,1 2-4 0,1 0-3 0,3 1 4 0,1 1-10 0,4 1-14 0,3-1 6 16,1 0-36-1,7 2-39-15,1-3 25 0,7 2-91 0,2-3-118 0,3-1 68 0,5 0-62 16,4-3-79-16</inkml:trace>
  <inkml:trace contextRef="#ctx0" brushRef="#br0" timeOffset="189262.9">22227 11053 1568 0,'-3'-4'256'16,"0"2"-120"-16,1 0-85 0,-2 0 124 0,-2 2-41 0,0 0 23 16,1 3-40-16,-1 0-43 0,1 3 13 0,-3-1-27 15,1 2-21-15,3 1 9 0,0 2-14 0,1-1-13 0,3 2 3 16,-1 0-5-16,3-2-3 0,2 2 2 0,2-1-3 15,3-1-2 1,4-1 1-16,2-3-3 0,-1-1-2 16,6-1 1-16,-2-2-2 0,0-1-3 0,2-4 1 0,0 0-2 0,-5-2-1 0,1-1 0 31,-1-1-1-31,-2-1-1 0,0 1 0 0,-1-3 1 0,-2 2 1 0,-3-1-2 0,-1-1 3 31,-2 3 1-31,-2-3 0 0,-3 2 3 0,-2 0 3 0,-4 1-2 0,-1 0 5 16,-2 1 5-16,-1 1-2 15,-3 1 0-15,-1 2 1 0,-2 1 1 16,-4 1-5-16,4 1-6 0,-2 3 4 0,-1 0-6 16,4 2-5-16,-1 2 2 0,3 1-13 15,5 1-23-15,3 0 15 0,-1 2-78 16,6 2-89-16,3-3 60 0,3 3-291 0,4-3 315 16,2-4-126-16,8 0-112 0</inkml:trace>
  <inkml:trace contextRef="#ctx0" brushRef="#br0" timeOffset="189577.11">22617 11053 1410 0,'-7'-3'334'0,"-3"2"-139"0,-1 2-103 0,-1 0 262 16,-1 2-207-16,-3 1 18 0,2 3-39 15,0 1-49-15,3 0 20 0,-1 3-38 16,5 0-33-16,2-1 14 0,4 2-19 15,2 0-14-15,5-3 1 0,6 1-4 0,1-2-1 0,3-2 1 0,4-2-4 16,1-2-5-16,5-2 3 16,1-4-3-16,2-2-3 0,-4-2-1 0,2-3 3 15,-3-1 2-15,-2 1-1 0,0-2 4 0,-7 1 4 16,-2 0-2-16,-6 2 6 0,-1 1 7 0,-6 1-3 16,0 0 9-16,-5 0 11 0,-4 2-6 0,-5 1-1 15,-1 1 2-15,-2 1 5 0,-4 2-12 16,-5 2-13-16,-1 2 8 0,-1 4-18 15,0 1-38-15,4 2 21 0,0 1-252 0,4 0 214 16,5-2-42-16,10-4-60 16</inkml:trace>
  <inkml:trace contextRef="#ctx0" brushRef="#br0" timeOffset="197516.75">7547 12038 1733 0,'-5'-20'103'0,"13"13"-12"0,0 1 3 0,-3-3-21 15,2 1-11-15,0 1 6 0,-1 2-21 16,0 1-15-16,0 1 8 0,-1 2-15 0,0 0-14 0,-1 3 3 16,-2 1-5-16,-1 0-2 0,-1 3-1 15,0 1 0-15,-1 1 2 0,-3 3 0 0,0 0 0 0,-1 2-1 16,-1 0 1-16,-1 1-3 0,-1 2 0 15,-1 0 1-15,1 1-1 0,-1-1-2 0,1 2 1 16,0-1-1-16,0-1 0 0,3 1 0 0,-1-4-1 16,3 0-1-16,0-5 1 0,2-1-1 15,-1-2 0-15,2-4-1 0,1-1-4 0,0-1-5 0,-1-4 4 16,2-2-4-16,0 0-2 0,0 1-1 16,-1-1 3-16,-1 0 6 0,0 0-4 0,-1-1 3 0,-1 3 4 0,-2 0 1 15,1 2-1-15,-1 0-1 0,-1 1 1 16,2 0-2-16,-3 2-1 0,3 0 1 0,0 0 1 0,0 1 0 15,2 2 0 1,1-1 2-16,0 2 5 0,0-1-2 0,3 1 3 16,0 0 2-16,3 0 0 0,2 0 0 0,0 0-1 15,2 0 0-15,2-3 1 0,1 1-3 0,3-2 1 0,3 0-4 16,2 0-15-16,1-4 10 0,3 1-93 16,0-1-106-16,1 0 78 0,3 0-67 0,-4-1-100 0</inkml:trace>
  <inkml:trace contextRef="#ctx0" brushRef="#br0" timeOffset="197920.26">7980 12040 2013 0,'-4'3'146'0,"-1"1"-57"16,2 1-34-16,-1 2 13 0,2 1-25 0,-1 2-20 0,2-1 7 16,1 1-13-16,1 1-10 15,3-1 3-15,2 1-4 0,1-3-2 16,1 0 1-16,3-2-1 0,0-2 2 0,3-1-1 16,1-3 2-16,1-1 1 0,-1-4-1 0,2-2 0 15,0-1 0-15,-1-1 1 0,3-2 1 16,-4-1-2-16,-3 0 1 0,0 0-1 0,-3 1 1 15,-1 0 0-15,-6-2 3 0,-1 4 2 0,-1-1-3 16,-3 3 9-16,-1 0 9 0,-1 1-5 0,-3 0 6 16,0 2 6-16,0 2-1 0,-6 1-7 0,-1 0-6 15,0 0 6-15,-2 2-8 0,-1 1-7 0,1 0 0 16,0 3-1-16,0 1 0 0,4 0 0 0,1 1-5 16,4 1-6-16,0 1 4 0,3-1-75 0,3 2-108 15,2-1 76-15,3-1-59 0,3-1-91 0</inkml:trace>
  <inkml:trace contextRef="#ctx0" brushRef="#br0" timeOffset="198353.23">8308 11997 2337 0,'-7'-1'104'0,"1"1"-30"0,0 3 15 0,1 0-27 0,2 2-25 0,0 1 7 16,2 4-14-16,1 0-12 15,0 2 4-15,3 1-9 0,-1 0-7 0,3 0 2 0,2 0-1 16,1-1-2-16,3-3 0 0,3-2 1 15,2-2 2-15,2-3 0 16,4-2-1-16,0-3-1 0,0-3 2 0,0-1-2 16,-1-1-1-16,-3-3-1 0,0 0 1 0,-4 1-2 15,-2-2 1-15,-4 2 2 0,0 0 1 16,-5 1-2-16,0 0 1 0,-3 0 1 0,-3 1 0 0,-2 2-2 16,-3 1-2-16,-2 1 1 0,-3 1 1 0,-1 1 1 15,-3 1-3-15,0 2 2 0,-2 2 0 0,0 1 2 16,1 1-2-16,0 1-2 0,3 0 1 0,2 1-3 15,1 1-1-15,3 0 0 0,2 0-18 16,4 0-38-16,3-1 26 0,2 0-147 0,3 0-227 0,5-2 149 16,0 1-118-16,4-3-174 0</inkml:trace>
  <inkml:trace contextRef="#ctx0" brushRef="#br0" timeOffset="198652.74">8586 12064 2504 0,'0'1'39'0,"0"0"-19"16,1 0 7-16,11 15-10 0,-5-14-7 16,0 1 1-16,1-1-3 0,3-2-3 0,-2 0 3 15,4 0-5-15,-1-2-2 0,-2-2 1 0,2 0 0 16,-2 0-2-16,0-1-1 0,-1-1 1 15,-1 1 6-15,-1-1-3 0,-3 1 14 0,-1-1 17 16,-2 1-12-16,-2 0 15 0,-3 2 15 16,-3-1-3-16,-3 0 2 0,0 1 0 0,-1 1 5 15,-1 1-15-15,-1 1-10 0,0 2 8 16,-2 0-14-16,2 1-18 0,-1 3 9 0,-1 1-53 16,2 1-79-16,-1 0 51 0,6 1-39 15,6 1-60-15</inkml:trace>
  <inkml:trace contextRef="#ctx0" brushRef="#br0" timeOffset="199251.11">9330 11965 2037 0,'-6'0'91'0,"-1"0"11"0,-1 1-23 0,0 2-17 16,1-1 6-16,-1 2-18 0,1 2-16 0,1-1 8 0,3 3-14 15,1 1-13-15,1 1 4 0,0-1-5 16,2 1-4-16,4 0 1 0,0 0 1 16,3-2 2-16,0-2-1 0,4 0 0 0,1-1 1 15,2-3 1-15,1-2-1 0,0-1-1 16,2-3 1-16,2-1-3 0,-2-2-1 0,0-1 2 0,-1-2-2 16,-1-1-1-16,-3 2 1 0,-2-2 1 15,-3 1 3-15,-3 2-2 0,-4-1-1 0,-2 2 0 0,-5 1 2 16,-2 1-5-16,-3 2-6 15,-2 2 4-15,-2 1-5 0,-1 0-1 16,2 3 0-16,-3 0-2 0,4 2 1 0,2 1-1 16,1 0-1-16,2 1-7 0,4-1 4 0,3 2-68 15,2 0-89-15,6 0 65 0,6-1-295 0,1-1 294 0,5-1-105 16,4-1-124 0</inkml:trace>
  <inkml:trace contextRef="#ctx0" brushRef="#br0" timeOffset="199583.61">9699 11983 2352 0,'-15'5'152'0,"1"0"-63"0,1 2 17 0,2 0-38 16,1 1-32-16,3 0 14 15,1 1-25-15,1-2-19 0,5 0 6 0,3 0-7 16,2-1-3-16,5-1-2 0,2-2 1 15,1-1 6-15,4-2-3 0,3-1 2 16,2-3 0-16,-1-1 1 0,3-2-3 16,-1-1-1-16,-2-2 2 0,-2 1-2 0,-1-1-1 0,-4 1 0 15,-2-1 2-15,-4 2 3 0,-4 1-3 16,-4-1 2-16,-4 1 0 0,-3 1 1 0,-5 1-1 16,0 1-1-16,-3 1 0 0,-3-2 0 15,1 4 0-15,-2 0 0 0,1 0-2 16,1 4 1-16,1 0 1 0,0 0-3 0,3 1-2 15,2 3 0-15,4-1-11 0,3 3-48 0,3-2 29 16,6 0-208-16,4 2 184 0,6 0-42 0,2-2-61 16</inkml:trace>
  <inkml:trace contextRef="#ctx0" brushRef="#br0" timeOffset="199882.89">9921 12047 2617 0,'-3'10'76'0,"3"-2"-32"15,0 0 15-15,6 0-22 0,1-2-21 0,2-3 4 0,3 0-7 16,4-2-2-16,2-3 0 16,3-1-3-16,1-2-1 0,-1-4 2 0,0-1-4 0,1 1 0 0,-2-2 0 15,-1 0-1 1,-4 1 1-16,-4-1 0 0,-2 1 2 0,-5 2 3 0,-4 1-2 0,-4-1-2 15,-3 3 1 1,-5-1 2-16,-5 0-1 0,-2 2-2 0,-3 4-1 0,-1-1-1 0,-1 5 0 16,-5 2 1-16,-2 1-3 15,2 5-14-15,2 2 8 0,2 2-177 16,4 1 143-16,5 1-20 0,4-3-38 0</inkml:trace>
  <inkml:trace contextRef="#ctx0" brushRef="#br0" timeOffset="200913.87">13976 12038 2079 0,'-2'-19'86'16,"11"13"-6"0,4 1 5-16,-6-3-19 0,5 2-18 0,4 1 7 0,-2-2-15 15,-1 3-9-15,5 1 4 0,-2 2-11 16,0 0-11-16,-3 1 5 0,1 1-7 16,-4 1-5-16,-3 3 1 0,-4 2 0 0,-3 0 2 15,-2 3-1-15,-5 0-2 0,-2 2 2 16,-3 1 2-16,-2 3-3 0,0-1-3 0,-1 1 1 0,-2 1-2 15,3 2-1-15,-2 0 0 16,1 0-1-16,2 1 0 0,0-2-1 0,3-2 1 16,1-2-1-16,2-3 0 0,3-1-2 15,1-4-2-15,0-2 2 0,3-4 0 0,0 0-1 0,0 0 0 0,9-9 0 16,-4 2 3 0,-1-2-1-16,1-2 1 0,1 3 2 0,-1-2-2 0,-1 0 1 15,-2 2 0-15,0 2 2 16,0 1-2-16,-2 1 0 0,0 0 0 0,0 4-1 0,0 0-2 0,0 0 1 0,0 0-4 15,0 0-4 1,0 0 2-16,0 0 2 0,0 0-1 0,4 5-2 0,3 0 4 0,1-1 4 16,3 2 0-16,2-1 2 15,4 1 1-15,3-1-1 0,4-1-2 16,4 0-28-16,3-1 18 0,2-2-85 0,1-1-82 0,0-2 58 16,1-2-207-16,-2 0 242 0,-2-3-122 0,-2-1-90 15</inkml:trace>
  <inkml:trace contextRef="#ctx0" brushRef="#br0" timeOffset="201247.97">14518 12094 1919 0,'-4'-1'130'0,"0"1"-37"0,-1 0 14 0,0 2-27 0,0-1-26 0,0 3 10 0,0-1-22 31,0 2-18-31,1 0 9 0,1 1-13 0,0 0-14 0,2 1 3 0,1 0-3 0,1 1-5 16,2 0 1-16,1 0 0 15,3 0 1-15,1 0-1 0,4-2 2 0,1-2 2 0,0-1-2 0,4-3 2 32,0 0 0-32,0-1 0 0,1-4-1 0,-1-2 0 0,-1 1 0 0,0-2-1 0,0-2 0 0,-2 1 0 15,-2-2 1 1,-2 0-1-16,-1 0 1 0,-2 0 0 16,-3 1 1-16,-2 1 0 0,-3-2 1 0,-5 3-1 15,0 1 1-15,-1 1 4 0,-2 0 6 0,-3 2-5 16,-3 2 5-16,-1 0 6 0,0 2-2 15,-1 2-5-15,0 0-2 0,0 1 5 16,-1 2-9-16,3-1-6 0,4 2 0 0,2 2-1 16,3-1-4-16,3 2 1 0,4 0-25 15,4 0-47-15,5-1 32 0,2 0-135 0,5 0-177 0,3-2 113 16,3-2-105-16,0-1-126 0</inkml:trace>
  <inkml:trace contextRef="#ctx0" brushRef="#br0" timeOffset="201613.97">14884 12063 2085 0,'0'0'116'0,"0"0"23"0,-1 0-44 16,0 0-35-16,-16-3 12 0,11 5-26 0,0 1-16 15,0 1 7-15,0 1-13 0,1 0-12 0,0 2 5 0,0 0-8 16,1 1-5-16,2 1 1 0,1 0-3 15,1 0-1-15,2-1 0 0,3 1 4 0,1-1-2 0,2-2 0 0,2-1-2 16,2-2 4-16,1 0-1 16,2-2 2-16,0-2-3 0,1-1-1 0,2-3 1 15,-1 0 1-15,-1-2 0 0,2-1 0 16,-3 0 0-16,-3-1-1 0,3-1 1 0,-5 1 0 0,-2-1 0 0,0 2 2 16,-4-1 4-16,-2 0-2 15,-1 1 7-15,-3 0 7 0,-2 2-5 0,-4-1 9 0,-2 1 6 0,-2 1-1 0,0 0-3 31,-1 2-2-31,-1 0 5 0,-1 3-11 0,-2-1-8 0,1 1 5 16,0 1-7-16,1 2-7 0,1 0 1 16,0 3-2-16,4-2-5 0,2 1 3 0,4 2-45 0,3-1-67 0,4 1 46 0,6 1-338 15,1-1 313 1,5-1-86-16,0 0-109 0</inkml:trace>
  <inkml:trace contextRef="#ctx0" brushRef="#br0" timeOffset="201925.73">15164 12077 2556 0,'0'0'54'0,"0"0"17"0,0 1-32 15,-2 14-19-15,4-9 10 0,3-1-12 16,0 0-9-16,2 0 0 0,1-2-2 0,3 0 0 0,0-1 1 0,4-2-2 15,-2-1-1 1,2-2 0-16,1 0-2 0,-1-1 1 0,0-2-1 0,-1 0 0 16,1 0 1-16,-6 0-1 0,1 0 4 15,-2 0 5-15,-5-1-2 0,-2 1 4 0,-5 0 8 16,-2 0-3-16,-5 0 10 0,-1 1 6 0,-3-2-4 16,-3 3-4-16,1 2 0 0,-4 1 5 15,0 1-9-15,0 1-14 0,0 4 5 0,0 1-15 0,2 2-45 16,3 1 26-16,4 3-300 15,5-1 251-15,7-1-45 0,6-1-72 0</inkml:trace>
  <inkml:trace contextRef="#ctx0" brushRef="#br0" timeOffset="202546.14">15710 11987 2019 0,'-4'-2'103'0,"1"0"-44"0,-2 2 14 16,0 0-17-16,-1 1-20 0,0 2 2 0,-1-2-10 0,0 2-6 16,3 2 6-16,-1 1-8 0,1 0-9 15,0 1 1-15,2 2-2 0,2-1-2 0,0 2 1 0,0-1 1 16,3-2 0-16,3 0-1 0,2 0 2 16,2-2 1-16,2 0 0 0,3-2-1 15,1-1-1-15,2-2 1 0,0 0-1 0,0-3-2 0,0-2 0 0,0-1 2 16,-1 0 3-16,-2-1-2 0,-4-1 7 15,-1 1 5-15,-1-1-3 0,-2 1 2 0,-3 1 4 0,-3-1 1 16,-2 1-7-16,-2 0-5 16,-3 1 3-16,-1-1-5 0,-4 2-8 0,0 0 3 0,-4 1-4 15,1 1-2-15,1 1 0 16,-3 1 0-16,1 0-1 0,1 2 0 0,2 2-2 0,-1 0-9 16,7 1 6-16,0 3-78 0,5-1-100 15,4 1 73-15,7 1-61 0,5 0-87 0</inkml:trace>
  <inkml:trace contextRef="#ctx0" brushRef="#br0" timeOffset="202881.31">16055 11991 2517 0,'-14'4'119'0,"-2"3"-38"0,3 2 18 0,-2 0-36 15,5 1-35-15,1-1 13 0,4 2-19 16,3-1-17-16,2 0 3 0,6-2-2 0,4-1-1 0,5-1-2 16,7-1 1-16,-2-4 2 0,6-1 0 15,4-3 0-15,1-1-1 0,-1-3 0 0,1-3-2 16,-3 1 0-16,-5-2 0 0,2 0 1 16,-6 1 1-16,-5 0-1 0,-3 1 1 0,-5 0 2 0,-6 1 0 15,-2-1-2 1,-5 2 0-16,-3-1 1 0,-3 2-3 0,-3-1-2 0,-2 3 1 0,-1 0-1 15,-1 2-1 1,0 3 0-16,-1-1 0 0,3 5-1 0,1 0 1 0,1 2-1 0,1-1 0 0,3 1 0 31,4 1-14-31,5 1-38 0,4 1 25 0,7-1-128 0,4 1-150 0,6-3 102 0,6 2-95 32,2-1-125-32</inkml:trace>
  <inkml:trace contextRef="#ctx0" brushRef="#br0" timeOffset="203167.24">16427 12013 2413 0,'-8'3'122'0,"2"2"-39"0,1 1 14 16,0 1-32-16,3 1-28 0,2 0 13 15,1 0-19-15,5-1-19 0,4-1 5 0,1 1-7 16,2-1-1-16,3-4-1 0,2 0-1 15,2-1-2-15,0-2 1 0,0-3 0 0,1 0-2 16,0-1 0-16,0-3 0 0,-3 1 1 16,-3-1 0-16,-2 1 8 0,-2 0 6 0,-4 0-5 15,-4-1 3-15,-3 1 4 0,-5 2 1 0,-4-1-3 16,-5 0-2-16,-4 0 1 0,-2 0-1 16,-3 2-4-16,1 2 0 0,-4 0-2 0,0 1-4 0,0 3 4 15,0 1-17-15,2 2-36 0,2 2 19 0,2 2-196 16,3 2 171-16,6 2-37 0,4-1-55 15</inkml:trace>
  <inkml:trace contextRef="#ctx0" brushRef="#br0" timeOffset="204201.06">19875 12054 1912 0,'7'-7'100'16,"-8"-14"-10"-16,11 12-7 0,3 0 10 0,3-4-18 15,0 2-13-15,5 1 8 0,0-1-18 0,-1 2-16 16,2 3 7-16,-3 1-17 15,-1 4-13-15,-5 0 6 0,-1 3-7 0,-5 4-6 0,-4 3-1 16,-3 2 1-16,-6 0 1 0,-2 2 0 16,-4 1 0-16,-2 3 0 0,-2 0 0 0,-4 2-3 15,2 0-2-15,0 0 1 0,-2 3-2 16,3-1-2-16,3 0 1 0,0-1-5 0,4-1-1 16,1-2 1-16,3-4-4 0,2-1-4 0,2-5 1 15,2-7 4-15,0 0 0 0,6 0-3 0,-2-5 4 16,2-3 7-16,1-2-2 0,1-3 2 15,-1 2 0-15,1-4 0 0,-1 1 1 16,-2 0 1-16,-1 2 0 0,-2 0-1 16,-2 2 2-16,0 1 0 0,-1 2 0 0,-1 1 1 0,-2 3 0 15,0-1-3-15,1 3 1 16,-2 1 1-16,2 0 0 0,-1 3 0 0,1 1 0 0,1 2 0 16,1 2 2-16,2 1 0 0,4 2 1 15,1 0 0-15,5 1 0 0,4 1-1 16,1-2-1-16,6-1 2 0,3 1-8 0,2-4-14 15,4-2 9-15,2-2-70 0,3-1-59 0,0-4 44 16,4-1-173-16,-4-3 198 0,1-2-92 0,1-2-85 16</inkml:trace>
  <inkml:trace contextRef="#ctx0" brushRef="#br0" timeOffset="204579.65">20503 12091 2211 0,'-7'2'93'0,"-1"1"22"0,1 3-36 15,2 0-31-15,-2 1 9 0,2 0-21 0,0 1-16 0,3 1 9 16,1 1-13 0,-1-1-10-16,4 0 2 0,0-1-3 0,4-1 1 0,2-1-2 0,4-2 1 15,1-2 3-15,2-2-1 16,2-3-1-16,0-2 0 0,1-2 0 15,-1-2-1-15,1-1-1 0,-3 1 0 0,-1-2 0 16,-1-1 0-16,-4 3 0 0,0-1 0 16,-3 0 3-16,-3 1-1 0,-2 0-2 0,-4 1 0 0,-4 1 1 15,-2 1-1-15,-2 1 1 0,-4 2-1 16,-2 1 5-16,0 1 5 0,-2 1-4 0,0 3-1 0,-1 0 2 16,0 2 3-16,0 1-5 0,4 1-5 15,-1 0 0-15,3 2-4 16,4 0-14-16,2 0 7 0,7 0-119 15,3 0-153-15,8 0 113 0,3-3-96 0,7-3-135 0</inkml:trace>
  <inkml:trace contextRef="#ctx0" brushRef="#br0" timeOffset="204950.03">20826 12030 2602 0,'-3'-4'84'0,"-1"4"-49"16,1 0 20-16,-1 0-30 0,2 1-24 0,1 3 2 15,-2 0-2-15,1 1-1 0,-1 3-1 16,2 0 0-16,1 1 2 0,-1 1 0 0,4 1 0 16,-1-1-1-16,3 1 1 0,-1 0-1 15,2-1-1-15,1-2 0 0,-1 1 1 0,3-2-2 0,-2-2 1 16,0-1 0-16,0-1 2 0,0-3-1 0,4 0 1 15,-4-3 0-15,3 0 1 0,0-3 1 16,0-1-1-16,0 0 0 0,1-2 0 0,-1 2 1 16,-2-3 0-16,-1 1 1 0,-1 0 0 15,-2-1-1-15,-2 0 4 0,-2 0 3 0,-1 1-2 16,-3-1 10-16,0 2 8 0,-3 0-5 0,0 0 0 16,-1 2 1-16,1 1 5 0,-5 1-7 15,2 1-13-15,-2 2 6 0,-4 0-8 0,3 1-5 16,0 3 1-16,0 1-2 0,2 1-13 15,3 3 7-15,1 0-103 0,6 2-136 0,3 1 99 16,4 1-80-16,5-2-122 0</inkml:trace>
  <inkml:trace contextRef="#ctx0" brushRef="#br0" timeOffset="205297.91">21163 12070 2654 0,'-9'0'74'16,"1"0"-33"-16,0 1 13 0,-1 3-26 15,2-2-16-15,3 4 7 16,1-1-11-16,1 1-8 0,3 0 1 0,4 1 0 0,2-1 1 16,3-1-1-16,2 0 1 15,1-1 2-15,4-3 0 0,-1-1-1 16,1 0 1-16,-3-2 0 0,3-2-1 0,-4-1 0 0,0-1 0 15,0-1 1-15,-4 1 0 0,0-1 0 0,-2 0 2 16,-3 0 5-16,-1 0-3 0,-1-1 3 0,-2 2 7 16,-4-1-3-16,-2-1 11 0,-3 2 7 0,-1 0-4 15,-3 0-5-15,0 2 2 0,-3-2 6 0,-1 3-11 16,-2 1-13-16,1 1 4 16,0 2-6-16,-1 2-6 0,2 1 0 0,2 2-59 0,3 1-112 0,7 3 78 15,3 0-56 1,2 0-86-16</inkml:trace>
  <inkml:trace contextRef="#ctx0" brushRef="#br0" timeOffset="205843.18">21984 12013 1857 0,'-3'-3'115'0,"0"1"18"0,-1 1-29 0,-3 1-31 0,0 0 11 15,0 2-18-15,-2 1-11 0,0 2 2 16,-3 1-7-16,2 1-7 0,-1 2 5 0,-1 1-10 16,4 2-11-16,-2 1 5 0,3 1-7 0,0 0-8 15,3-1 3-15,3 1-1 0,1 0-2 0,6-1 0 16,2-2 0-16,2-1 2 0,3-4 0 0,2-1-3 15,3-1 0-15,2-4 2 0,2-3-5 16,-2-2-4-16,3-2 2 0,1-3-2 0,0 0-3 0,1 0 1 16,0-3-2-16,-5 1 0 0,1-1 0 0,-2 1 1 0,-4 0 0 0,-5 2 0 15,-1-1 0-15,-4 1 0 0,-5 1 1 0,0 1-4 16,-7 1-1-16,-3 0 2 0,-1 2-2 16,-3 0-2-16,-2 2-1 0,-3 2 1 15,0 1 0-15,-2 1-1 0,-1 0 1 0,1 3-1 16,0 1 1-16,0 0 0 0,3 1-1 0,2 1 0 0,3 0-4 15,3 0-16 1,2 2 11-16,4 0-67 0,4 0-60 0,4-1 44 16,5 1-192-16,3-2 215 0,5-1-96 0,3-1-82 15</inkml:trace>
  <inkml:trace contextRef="#ctx0" brushRef="#br0" timeOffset="206209.85">22281 12042 2460 0,'-7'-2'103'0,"1"2"26"0,2 0-45 15,-2 3-48-15,-1-1 16 0,5 4-27 16,-1-1-18-16,3 1 5 0,3 1-6 0,2 1-3 0,1-1-2 16,5 1 2-16,0 0 2 0,2 0-1 15,6-1 0-15,-2-2 1 0,1-2-1 0,2 0 0 16,2-2-1-16,-1-1 1 0,3-3-1 15,-3 0 0-15,-2-3-1 0,2 0 1 16,-4 0 0-16,-3-1-1 0,-1 1 3 16,-3-2 2-16,-7 0-1 0,-2-1 3 0,-2 2 10 0,-6-3-5 0,-3 0 16 15,-2 1 8 1,-4 0-5-16,-1-1-5 0,0 2 2 0,-1 1 8 0,-4 2-13 16,0 2-15-16,-1 1 5 15,1 2-8-15,2 1-6 0,1 2 1 0,2 2-2 0,3 1-3 0,4 1 1 0,4 2-39 31,5 1-52-31,3-1 38 0,4 1-135 0,8 0-210 16,4-1 125-16,4 0-112 0,3-2-131 16</inkml:trace>
  <inkml:trace contextRef="#ctx0" brushRef="#br0" timeOffset="206544.18">22635 12071 2487 0,'0'0'98'16,"0"0"-49"-16,-1 0 16 0,-9 11-25 16,9-5-27-16,-1 0 7 0,2 0-10 15,0 1-4-15,4-1 0 0,2 1-1 0,1-1 1 0,2 0-1 16,0-1 0-16,3-1 1 0,1 0-1 16,1-3-1-16,-1 0 0 0,1-2 0 0,2-3 0 0,-3 1-1 15,1-2 1-15,0-1 1 0,-1-1 8 16,0 0-5-16,-2 0 20 0,-2 0 15 0,-2 1-10 0,-1-1 10 15,-2 0 13-15,-5 0 3 0,-4-1-9 0,-2 1-8 16,-3 0 7-16,-2 1-13 0,-2-1-13 0,-2 2 5 16,-5 2-12-16,-1 1-8 15,-1 2 4-15,-2 2-7 0,-2 0-5 16,-1 4 0-16,1 1-25 0,1 1-60 0,3 2 40 0,6 1-360 16,2 0 315-16,5-1-69 0,5-2-103 15</inkml:trace>
  <inkml:trace contextRef="#ctx0" brushRef="#br0" timeOffset="208206.98">7412 12918 2201 0,'-5'-9'154'0,"-8"-12"-27"0,12 15-11 16,1 0 7-16,1-1-29 0,-1 3-23 0,1 0 11 0,-2-3-22 16,2 2-22-16,1 1 10 0,2 1-17 15,0-1-15-15,4 2 4 0,-1 0-10 0,-1 0-6 0,3 2 2 16,2-1-3-16,0 3-3 0,-3 1 0 0,3 0 0 15,-3 2-1-15,1 1 1 0,1 1-2 16,-2 0-1-16,0 0 1 0,-2 0-4 0,2 3-3 16,-2-3 1-16,-1 0-5 0,-1 0-9 0,-1 0 4 15,-1 0-4-15,-2-1-5 0,-1 1 0 0,-1-3 7 16,-2 3 6-16,-1-2-6 0,-1 1 7 0,0-2 11 16,-2 0-3-16,-1 2 4 15,1 0 1-15,-1 0 0 0,1-1 0 0,-1-1 0 0,2 2 0 0,1 0 0 31,-1-1 1-31,2-1-1 0,2 0-1 0,0-3 0 0,1 3 0 0,2-4-1 16,0 0 0-16,0 0 0 16,0 0 2-16,0 0 2 0,0 0 1 0,13 6-3 15,-5-6 3-15,4 0 1 0,0-1-1 16,1 1-3-16,1-1 1 0,3 1-1 0,-1 0 0 16,0 2-1-16,-1-1 1 15,-1 2-2-15,0 0 0 0,-1 1 0 0,-1 1 0 0,-1 0 0 16,-1 1-1-16,-3-1 0 0,-2 1 0 0,-1 2 1 15,-1-1 2-15,-3 1-1 0,0-2 1 16,-5 2 2-16,1-1 1 0,-2 0 1 0,-2 0 0 0,-1-1 2 0,-1 0-3 16,0-1 2-16,-1 0-1 0,-1 0 0 15,0-1 1-15,1-2-1 0,-1 0 0 0,-1-1 2 16,-1-1 0-16,2-2-2 16,-1 0 1-16,2-2 1 0,-3-1 2 0,-1 0 3 0,1 0-2 0,0-2 1 0,3 1 4 0,-3-1 0 31,1 1-3-31,-1 0-2 0,3-1 2 0,1 1-5 0,4 2-8 0,0 0 2 0,1 0-58 31,5 4-75-31,0 0 55 0,3-3-283 0,7 5 272 16,5 3-90-16,4-2-112 0</inkml:trace>
  <inkml:trace contextRef="#ctx0" brushRef="#br0" timeOffset="208841.28">7996 12959 1757 0,'-4'4'96'0,"-1"-1"23"0,0 3-38 0,-1 1-25 0,0 1 8 0,0 1-19 16,1 2-14-16,1 1 7 0,1 1-11 16,1 1-13-16,2-2 5 0,2 2-7 15,2-2 1-15,3-1-2 0,2 0 7 0,3-1 5 0,5-2-5 16,1-4 2-1,3-1 3-15,3-2 2 0,2-1-4 0,1-3-7 0,0-3 4 16,2-3-4-16,-4 0-3 0,0-3 1 0,-1 1-2 0,-3-3 0 0,-3 0 0 16,-1 1 5-16,-4-1 1 15,-3 2-2-15,-2 0 7 0,-5-1 6 16,-3 1-3-16,-3 1 1 0,-4 2 3 0,-5 0 0 0,-4 1 3 16,-1 1-1-16,-2 2-1 0,-3 2-4 0,0 1 0 15,-2 2 3-15,0 0-9 0,2 3-9 16,2 1 6-16,-3 1-9 0,6-1-5 0,0 1 1 0,4 1-4 15,3 1-14-15,4 0 8 0,3-1-99 16,3 1-127-16,9 0 92 0,6 2-73 0,4-1-114 0</inkml:trace>
  <inkml:trace contextRef="#ctx0" brushRef="#br0" timeOffset="209562.82">8523 12844 2084 0,'-3'-4'137'0,"1"1"-41"0,0 3 21 0,-2 0-38 0,-1 1-28 0,3 4 10 0,-2 2-18 16,3 3-13-16,-2 4 5 0,2 1-11 15,0 3-7-15,1 1 4 0,1 1-8 0,2 0-6 16,1 0 1-16,0 0-2 0,2-3-4 0,4-1 1 16,2 0 0-16,0-4 0 0,0 1-1 15,2-2 1-15,-1-2-1 0,0-1 1 0,-2-2-3 16,-3-1-1-16,-3-1 1 0,1-2-1 16,-6-2-2-16,0 0 0 0,0 0 0 0,0 0 2 15,-10 4-1-15,1-6 1 0,-2 0 1 0,-3 0 0 16,-1-2 0-16,1 1 2 0,-1-1-1 0,-1-1 1 15,3 2-1-15,-2-2 1 0,1 1-1 16,2 1 0-16,1-1 0 0,1 0 0 0,1 0 1 0,2 1-1 16,0 0 1-16,3 2 0 0,3-2 1 0,-2 0-3 15,3 0 0-15,1 0 1 0,2 0-1 16,2 0-3-16,1-1 1 0,2 0 0 0,1 0 1 0,2 1-1 16,2-2 1-16,-1-1 1 0,1 0 0 0,1 0 0 15,1 0 1-15,-2-3-1 0,2 1 1 16,0-1 1-16,-1-1 0 0,2 0 0 15,-3-3 1-15,1 1-1 0,-1-1 0 0,0 0 3 0,-2 0-1 0,-2-1 2 16,0 2 2-16,-4 1-2 0,-2 1 4 16,-1 1 2-16,-3 1 1 0,-1 0-4 15,-3 2-1-15,-1 1 3 0,-2 1-3 0,-1 1-4 16,-3 0 0-16,-1 0-1 0,-1 3-3 0,-1 0 1 0,1 1 0 16,0 2-1-16,0 0 0 0,0 1 0 15,2 0-1-15,2 1 1 0,1 1-7 0,3 0-13 16,1 1 9-16,1 0-78 0,3 1-75 15,1 1 57-15,4-1-223 0,5-2 248 0,4 0-110 0,2-3-103 0</inkml:trace>
  <inkml:trace contextRef="#ctx0" brushRef="#br0" timeOffset="209890.81">8743 13002 1903 0,'-3'13'57'0,"-1"1"16"0,1-1-25 0,0 0-22 0,3-1 5 15,0-3-6-15,1 0-1 0,3-1-3 0,2-2 3 16,1-2 5-16,3-1-2 0,2-1 0 16,0-1 0-16,4-3 2 0,0-2-6 0,3-4-6 0,2-1 6 15,0-1-7-15,-2-2-6 0,-1-1 2 16,-1-2 0-16,-1 3 2 0,-3-2-2 0,-4 1 7 15,-4-1 7-15,-3-1-4 0,-1 2 8 0,-4 1 7 16,-3 0-1-16,-6-1-3 0,2 3-1 0,-7 3 5 16,-1 1-10-16,-3 3-7 0,-1 2 4 15,0 2-9-15,-1 5-8 0,3 1 4 0,-1 2-5 16,4 4-29-16,3 0 16 0,6 0-200 16,3 2 164-16,5 0-28 0,6-3-43 0</inkml:trace>
  <inkml:trace contextRef="#ctx0" brushRef="#br0" timeOffset="210405.97">9416 12940 2187 0,'2'-8'134'0,"-1"3"-34"0,0-2 11 0,-1 6-24 0,-1-3-24 15,-3 3 11-15,0 1-25 0,-2 0-22 0,0 3 11 0,-2 3-16 16,0 1-16-16,0 3 3 15,-1 0-6-15,1 4-2 0,0-1 2 0,2 3-4 16,1 0 0-16,2-3 0 0,2 1 0 0,2-2 0 0,4 1-1 16,2-4 2-16,3 0 2 0,2-4 1 15,4-2-2-15,2-1 3 0,4-2-1 16,1-4 1-16,0-1-2 0,2-4 1 0,1-1-2 16,-2-1 1-16,0 0-1 0,-3-2 1 15,-2 1 0-15,-5-1-1 0,-2 1 2 16,-2-1 1-16,-7-1 0 0,-2 3-1 0,-2-1 2 0,-6 0-1 15,-1 0 0-15,-3 3 0 0,-3 1 0 16,-4 3-1-16,0 2 0 0,-2 1 0 0,-2 2-1 16,0 3 0-16,0 1 0 0,-1 4-1 15,4 0-1-15,2 1 0 0,2 2-7 0,5 0-40 0,4-1 25 16,4 3-153-16,4-3-248 0,5-1 167 16,4 2-132-16,3-3-188 0</inkml:trace>
  <inkml:trace contextRef="#ctx0" brushRef="#br0" timeOffset="210771.22">9707 12914 2505 0,'-7'6'80'16,"1"1"-38"-16,0 4 16 0,0 2-24 15,-1-2-23-15,4 3 5 0,0 0-8 16,1-2-5-16,1 0 0 0,1-1 0 0,2-1 0 16,5-3-1-16,3 2 1 0,-1-3 1 0,2-2 0 15,3-4 1-15,1 1 2 0,2-2 0 16,2-1 3-16,-1-5 5 0,-1-2-3 0,3-2 2 16,-1 1 4-16,-1-3 1 0,-1-1 4 15,-2 0 5-15,-2-1-3 0,-1 1 2 0,-4-1 7 16,-3 1-1-16,0 0-4 0,-5 1-1 15,-2 1 2-15,-4 1-6 0,-2 2-7 0,-2 2 4 16,-3 2-9-16,-2 2-5 0,-3 3 4 16,-2 1-6-16,0 4-3 0,-1 3 0 0,-2-1-1 15,3 3-1-15,2 2 0 0,1 2-11 16,5-1-39-16,3 1 25 0,4-1-161 0,3 1-235 0,6 1 160 16,6-2-131-16,2-2-184 0</inkml:trace>
  <inkml:trace contextRef="#ctx0" brushRef="#br0" timeOffset="211069.93">9975 12964 2321 0,'-11'13'88'0,"3"1"-53"15,1-1 16-15,2 0-28 0,3-1-11 0,3-4 2 16,8 1-3-16,2-3-4 15,3-3 1-15,5-1-2 0,2-2 2 16,2-4 0-16,3-2-3 0,0-3 1 0,-2-1-1 0,3-3 15 16,-4 0 10-16,-3-1-10 0,-4-2 10 15,-2 4 13-15,-5-1-1 0,-4 1-5 16,-5 1-5-16,-3 1 6 0,-4-1-2 0,-3 3-4 0,-3 0-2 16,-4 1-7-16,-3 3 0 0,-2 0 6 15,-3 3-11-15,-1 2-11 0,-3 4 3 0,-2 2-27 0,4 4-42 16,-2 2 28-16,3 3-184 0,3 4 166 15,5 0-44-15,3 1-61 0</inkml:trace>
  <inkml:trace contextRef="#ctx0" brushRef="#br0" timeOffset="212478.89">13958 12962 1876 0,'-8'-16'100'0,"14"12"-16"0,2 0-7 16,-1-5-16-16,3 3-9 0,1 0 7 0,1-1-14 15,2 0-12-15,1 1 5 0,1 0-11 16,-1 1-11-16,-2 2 5 0,0 0-9 0,-2 1-7 0,-3 2 3 0,-1-1-4 16,-2 4 0-16,-4-1-1 0,-1 3 3 15,-1 0 2-15,-3-1-2 0,-2 2 1 0,0 1-1 0,-2 1 2 16,0 1-3-16,-2-2-3 0,1 2 1 15,-2 0-2-15,2-1-1 16,0 0 0-16,1-1 0 0,1-1 0 0,2-1-1 16,1 1-2-16,2-2 0 0,2-1 1 0,0 0-1 15,2-1 0-15,1 0 0 16,0-1 2-16,2 2 1 0,2-1 0 0,0-1 0 0,2 0 0 16,0 0 2-16,1 1-2 15,2-2 1-15,1 1-1 0,1-1 1 0,-2 1-1 16,1 1 1-16,0-1-1 0,-1 1 0 0,-1 1 0 15,0 0 0-15,-2 2-2 0,-1 0 0 16,-1-1 1-16,0 2 0 0,-2 0-1 0,-1 0 2 16,-1 0 1-16,-2 1 0 0,0-1 3 15,-1 0 3-15,-1 0-1 0,-2 0 4 0,-1 0 6 0,-1-1-2 16,-1 0 4-16,-2-1 4 0,1 1-1 0,-3-1-1 16,-2 0-1-16,0-2 2 0,0 0-2 0,-3 0-1 15,0-1-1-15,-1-1 2 0,-1 1 2 0,-1-1-1 16,-1 0-4-16,2-1-1 0,-2 0 4 0,3-2-6 15,-3 0-5-15,3 1 1 0,1-2-1 16,2 1-2-16,3-1 1 0,0-2-19 0,3 2-38 16,2-1 26-16,4 0-136 0,2 0-203 15,4 4 132-15,8-1-110 0,6 0-149 0</inkml:trace>
  <inkml:trace contextRef="#ctx0" brushRef="#br0" timeOffset="213276.28">14524 12853 1868 0,'0'0'147'0,"0"0"-65"0,0 0 13 0,0 1-19 16,-2 13-15-16,5-8 1 0,2 2-11 16,1 2-9-16,0-1 9 0,2 2-16 0,2-1-17 0,0 2 6 15,1 0-8-15,0 1-8 0,-1-3 2 16,1 0-4-16,0 2-2 0,-2-2 0 0,0 0 0 15,-1-1-1-15,0 0 0 0,-2-1 0 16,0 1 1-16,-4-1 0 0,0-2 1 0,-2 0 0 16,0-1 0-16,-3 1 0 0,0-2 0 15,-2 0 1-15,0-1-2 0,0 0 0 0,0-2-1 0,-4-1 0 16,-1 0-1-16,1-1-1 0,-4-1 1 16,1-1 0-16,-1 0-1 0,-1 0 0 0,1-2 0 0,1 0 1 0,1-1 0 15,1 2-1-15,2-2 1 16,0 0-2-16,3 0 1 0,1-1 1 0,1 2-2 15,2-1 0-15,1 0 0 0,1 0 0 16,2 1-3-16,2-1 2 0,1 1-1 0,1-2-1 16,3 1 0-16,2 1 2 0,0-1 0 0,3-3 0 15,1 1 1-15,-1-1 1 0,2 1-1 0,-1-2 2 16,-2 0-1-16,0 0 0 0,-2-1 2 0,-1 2 1 16,0 0-2-16,-2-1 2 0,-3 2 3 0,1 0-2 15,-2 0 4-15,-1 1 2 0,-3 1-2 0,-1-1 1 16,-2 2 1-16,-2 1 1 0,-3 0-2 0,-1-1-3 15,-3 2 2-15,-2 0-3 0,0 1-2 16,-2 2 1-16,0-1-3 0,1 1 1 0,0 0-1 16,0 1-2-16,2 0 0 0,1 2 0 0,2-1-1 15,2 1-3-15,3 0 2 0,3 1-17 16,1-1-28-16,1 2 19 0,5 0-90 0,1-1-114 0,5 1 75 0,1 1-67 16,1-2-88-16</inkml:trace>
  <inkml:trace contextRef="#ctx0" brushRef="#br0" timeOffset="213884.49">14886 12857 2276 0,'3'-12'110'0,"1"2"-36"0,-2 0 16 0,0-1-22 0,-2 2-20 0,0-1 4 0,-2 1-10 15,0 2-6-15,-2 0 4 0,-1 1-8 16,-1 1-10-16,0 1 5 0,-2 1-9 0,1 1-7 16,0 1 4-16,0 1-6 0,0 0-6 0,-1 3 1 15,1 0-1-15,0 1-3 0,1 2 0 0,-1 0 1 16,1 3-1-16,1 1 0 0,-1 1 0 16,1 0 0-16,2 1-1 0,2 1 1 0,1 1-2 0,3-2 1 15,2 0 0 1,2-1 2-16,3 2-1 0,3-3 0 0,0-3 1 0,2 1 0 15,0-3 1-15,-1-2 0 0,-1 0-1 0,0-2-1 16,-2-3 3-16,-3-1-1 0,-1 1 1 16,-1-3 1-16,-2-1 0 0,-3 0-1 0,-1 0 1 0,0-2 0 15,-2 0-1-15,-2 0 0 0,0 1 0 16,-3-1-1-16,0 2 1 0,1-1 0 0,-1 0 0 0,-1 2 2 0,2-1 0 0,-1 1 1 0,1 2 3 0,2-1-2 0,1 3 0 0,3 1-1 0,0 0 1 47,0 0-4-47,0 0-4 0,0 0 1 0,0 0-2 15,-2 7-1-15,5-1-1 0,3 3 2 16,0 1 2-16,1 1-1 0,4 3 0 16,-2 0 1-16,3 3 1 0,0 1 0 0,-1 0 0 0,0-1-1 15,-1 1 1-15,0 1-1 16,-3-4 1-16,0 2-1 0,-3-3 0 0,-1-1 0 0,-2-1 1 16,-1-3 0-16,0-1 0 0,-3-2 1 15,0-1 3-15,-4-2-1 0,0-2 0 0,0-1 2 0,-3 0-1 16,-3-1 0-16,0-3-2 0,0 0 1 15,-4-1-1-15,1-1-2 0,-1 1 2 0,1-2-1 16,-1 0 1-16,2 1-1 0,-1 0 1 0,2-1 0 16,1 1 0-16,1-1-1 0,1-2-1 0,2 4 1 15,2-1-7-15,1 1-17 0,3 0 11 0,3 5-65 16,0 0-66-16,0 0 44 0,1 5-196 16,6-1 227-16,4 4-101 0,2-1-85 15</inkml:trace>
  <inkml:trace contextRef="#ctx0" brushRef="#br0" timeOffset="214249.67">15155 12926 2315 0,'-4'2'104'0,"3"5"-73"0,-2 2 8 0,-1 1-13 0,0 1-11 0,-1 0 4 16,0-1-8-16,0 1-6 0,3-2 2 16,0 0-2-16,4-1-3 0,1-2 1 0,3-1 0 15,1-1 1-15,5 0-1 0,-1-4 2 16,2 0 0-16,0-5 0 0,1-2 0 0,1-1-1 0,2-3 0 16,-1 0 0-16,-1-4-2 0,-1 2 1 15,-2-2 2-15,0 0 9 0,-5 0-6 16,1 1 23-16,-4-1 17 0,-4 0-13 0,-2 3 5 15,-4 0 15-15,-3 3 4 0,-1 1-12 16,-2 2-13-16,-4 2 5 0,-1 2-13 0,0 3-10 16,-2 2 4-16,0 3-8 0,-2 3-7 0,2 1 3 0,1 2-9 15,0 3-29-15,6-3 17 0,3 2-146 16,4-2-255-16,6 0 174 0,7-2-127 0,5-2-198 0</inkml:trace>
  <inkml:trace contextRef="#ctx0" brushRef="#br0" timeOffset="-214630.19">15661 12900 1598 0,'0'0'169'0,"0"0"-23"0,0 0 11 0,0 0-26 0,0-1-29 0,0 1 16 0,0 0-32 16,0 0-27-16,-4 1 13 0,2 5-23 0,-4 2-20 16,3 1 7-16,-2 1-14 0,-1 3-9 15,1 0 3-15,0 0-6 0,0-1-5 0,2 1 0 0,1-2-2 16,1 0-1-16,2-2 0 0,2-2 1 15,3 0 1-15,4-2-1 0,0-2 0 16,2 0 3-16,2-3-1 0,4-1 0 0,0-3 0 0,1 0 1 0,2-3-3 16,-2-1 1-16,1 0-1 0,1-3 0 15,-1 0 0-15,-4-2-1 0,1-1 1 16,-4 0 0-16,-2 1-1 0,-2-1 2 0,-2-1 0 16,-3 2 0-16,-3 2-1 0,-3 2 2 0,-5 2-1 0,-1 0 1 15,-3 3 3-15,-2 2-3 0,-1 2 6 0,-2 0 4 16,0 0-2-16,1 3-3 0,-1 1 1 15,0 1 5-15,2 0-6 0,-1 0-6 0,2 1 2 0,1 0-5 16,2 2-1-16,2-2 1 0,3 1-23 16,3 0-39-16,2-2 27 0,4 2-115 15,4 0-158-15,3-1 101 0,5-3-90 0,4 1-114 16</inkml:trace>
  <inkml:trace contextRef="#ctx0" brushRef="#br0" timeOffset="-214262.01">15963 12951 2504 0,'-9'8'72'0,"-1"0"-33"0,2 2 17 16,1 0-24-16,1 0-23 0,4 0 4 0,1 0-5 15,2-1-4-15,3 0 0 16,4-2 0-16,2-1 0 0,2 0-1 0,3-2 3 0,3-4-1 0,3 0-1 15,2-3 1 1,-1-4-1-16,-2 1 2 0,2-2-2 0,-2-2-1 16,-1 0-1-16,-2-1 2 0,-5-1 1 0,-1 0-1 15,-3 0 1-15,-1 1 1 0,-6 1 0 16,-1-2 5-16,-5 4 7 0,-2-1-5 16,-1 0 10-16,-2 2 8 0,-4 1-4 0,-2 3-2 15,-1 1-1-15,-2 2 7 0,-3 0-12 16,0 5-9-16,-2-1 4 0,-2 3-8 0,4 1-4 15,2 0 2-15,2 1-3 0,3 2-3 0,6-1 2 16,2 1-47-16,6-1-54 0,4 1 42 0,7-4-149 16,3 1-208-16,3-2 133 0,7-1-110 15,3 0-138-15</inkml:trace>
  <inkml:trace contextRef="#ctx0" brushRef="#br0" timeOffset="-213969.8">16261 12937 2411 0,'-12'9'174'0,"-2"0"-80"15,1 1-37-15,2 1 16 0,0-1-29 16,3 0-23-16,3 0 8 0,3 0-12 0,2-3-11 0,6-2 2 16,2 0-1-16,3-2 1 0,3 0-2 15,4-2 1-15,2-2-1 0,0-3 2 0,3-1-1 16,2 1-3-16,-2-5 1 0,0 0-2 15,-1-1 0-15,-2 2-1 0,-2-3 3 0,-4 1 2 0,-4 0-2 16,-4-1 2-16,-3 4 2 16,-3 0-1-16,-3 0 1 0,-5 0 1 0,-5 1 0 0,-2 0 3 15,-4 2 0-15,-1 2-1 16,-3 0-3-16,-1 2 0 0,-5 1 3 0,1 5-4 0,0 1-8 0,-1 3 1 16,3 1-51-1,2 4-108-15,3 2 73 0,2 4-50 0,2-1-82 0</inkml:trace>
  <inkml:trace contextRef="#ctx0" brushRef="#br0" timeOffset="-212649.15">19866 12684 2183 0,'0'0'103'0,"0"0"-19"0,0 0 1 16,0 0-23-16,-5 5-18 0,2 2 6 0,-1 1-14 16,0 1-12-16,-2 3 6 0,-3 0-11 0,2 2-7 15,2 2 3-15,-1 3-6 0,0 2-3 16,-1 2 0-16,-3-2 0 0,6 1-3 16,0-1 1-16,3-1-1 0,-1-1-1 0,2-4 0 15,-1-2-1-15,2-4-3 0,4-1 2 0,-5-3-8 16,0-5-3-16,0 0 1 0,0 0 2 15,0 0-4-15,0 0-1 0,1 0 1 16,0 0 4-16,9-11 0 0,-8 6 3 0,2 0 1 16,-3-1-2-16,1 1 0 0,1 0 0 15,-1-1 1-15,2 1 1 0,0 2-3 0,1-2 0 16,1 2 2-16,3-1 3 0,-2 0-2 0,2 0 3 16,2 0 1-16,1 2 0 0,1-2 0 15,2 3 0-15,-2-2 0 0,1 1 0 16,0 2 0-16,-2 0 0 0,-1 0 0 0,-2 3 0 0,-1 0-1 0,-1 0-5 15,-5 0-26 1,0 1 16-16,0 0-96 0,-3 0-138 0,-2 0 93 16</inkml:trace>
  <inkml:trace contextRef="#ctx0" brushRef="#br0" timeOffset="-212416.75">19990 12791 2248 0,'-7'-2'129'0,"0"2"21"0,-1 0-40 0,1 1-37 0,1 2 15 0,-1 2-30 16,2 0-18-16,1 2 8 0,0 2-15 15,3 3-12-15,1 2 5 0,0 4-10 0,2 0-6 0,1 0 3 0,2 4-7 16,-1 1-10-1,2-2 4-15,0 2-92 0,1-1-110 0,-1-3 81 0</inkml:trace>
  <inkml:trace contextRef="#ctx0" brushRef="#br0" timeOffset="-211616.55">20425 12752 1946 0,'0'0'135'0,"0"0"20"16,0 0-45-16,0 0-37 0,0 0 19 0,0 0-28 0,7 3-23 0,-4 3 5 16,0 2-15-1,1 2-8-15,0 2 6 0,2 2-10 0,0 0-9 0,0 3 3 16,0 1-4-16,0 0-3 15,1 2 1-15,0 1-1 0,-3-2-1 0,1 1 0 0,-1-3 0 16,1-1-1-16,-2-1 1 0,2-2-4 16,-4-3-1-16,1-4 0 0,0 2-3 15,-2-3-9-15,1 1 4 0,-2-4-7 16,-4 0-5-16,-1 0 2 0,-2-1 4 0,0-1 1 16,1-1-5-16,-3-2 9 0,-2 0 6 15,1 0-1-15,1-1 3 0,0-1 1 0,3 1 0 0,-1-1 2 16,1 1 0-16,3-1 1 0,-1-1 0 0,3 0 0 15,3 2-1-15,0-3 3 16,5 1-2-16,2 0 1 0,1-4 0 16,-1 0 2-16,5 0-1 0,2-1 1 0,-3-3 0 15,5 1-1-15,-2-2 1 0,-1 0-1 0,1 1 1 16,2 0 1-16,-3 0 0 0,-2 1-2 0,1 1 3 16,-5 2 3-16,0 1-2 0,-3 1 4 15,-2 0 2-15,-3 1-1 0,-1 1-1 0,-2-1 2 16,-2 0 0-16,-2 1-3 0,0-1-3 0,-2 0 2 0,-1 1-3 15,-1-1-4-15,2 1 2 0,-1 0-3 16,2 0-2-16,0 1 2 0,1 2-3 0,1 0-4 0,1 1 2 16,1 1-5-16,2 1-13 0,0 6 7 15,-2 0-53-15,4 2-64 0,0 3 42 0,0 1-230 16</inkml:trace>
  <inkml:trace contextRef="#ctx0" brushRef="#br0" timeOffset="-211215.63">20730 12830 1791 0,'7'-12'145'0,"1"0"-49"0,-1 2 16 0,2 0-23 0,2-1-31 0,-2 2 8 16,2-1-15-16,-2 2-10 15,1 0 4-15,-1 1-5 0,-2 2-6 0,1-1 1 0,-3 0-4 16,1 3-3-16,-2 0 3 0,0 0-6 16,-1 2-4-16,0 0 2 0,-3 1-4 0,0 0-5 0,0 0 2 15,0 0-3 1,0 0-3-16,0 1 1 0,0 0-3 0,1 0-1 16,5 20 0-16,-3-15-1 0,-2 2-1 0,1 1-1 0,-1 1 1 15,1 1-2-15,-1 2 1 16,1 2-1-16,-1 1 1 0,-1 0-1 0,0 3 1 0,0 0 1 15,0 0-1-15,-2 3-1 16,0-4-2-16,-2 2 2 0,1-1-9 0,-1-2-11 0,-1-1 7 0,-1 0-19 16,-1-4-18-16,2-1 8 15,-1 1-14-15,1-3-17 0,0-1 4 0,2 0-22 0,1-1-31 16,-1-1 18-16,1 1-72 16,1-1-85-16,-1-1 52 0</inkml:trace>
  <inkml:trace contextRef="#ctx0" brushRef="#br0" timeOffset="-210984.69">20706 12984 2083 0,'-2'0'128'15,"2"0"-38"-15,0 0 19 0,0 0-36 16,0 0-27-16,8 0 11 0,0 0-21 16,1 0-18-16,6-1 6 0,0-2-16 0,4-1-27 0,0 1 14 0,0 0-77 15,2-1-108-15,1 0 71 16</inkml:trace>
  <inkml:trace contextRef="#ctx0" brushRef="#br0" timeOffset="-210683.95">21005 13021 2217 0,'3'-8'175'0,"2"-2"-81"0,2-1 24 0,3-1-33 15,0-3-40-15,3-2 12 0,1 0-22 16,1-1-13-16,1-1 3 0,3-2-2 0,-3 4-7 15,-1-2-1-15,0 4 4 0,-2 0 4 0,-3 2-3 16,-1 3 0-16,-2 1 2 0,-3 3 2 0,0 2-2 16,-2 1-5-16,-2 3 1 0,0 0-7 0,0 0-3 15,0 0 3-15,0 0-2 0,-2 10-5 0,0-5 0 16,-3 4-2-16,1 0 2 0,1 3 0 0,-1 2-2 16,-2 2 0-16,4 1 0 0,1 2-1 0,-3 1-1 15,0 1 0-15,3 1-22 0,0-2-43 16,0-1 30-16,1-1-133 0,1-1-223 0,4-2 141 0</inkml:trace>
  <inkml:trace contextRef="#ctx0" brushRef="#br0" timeOffset="-209950.75">21751 12828 1900 0,'4'-10'150'0,"3"3"-30"0,-4 1-2 0,0 1 7 16,-2 1-26-16,-1 4-23 0,0 0 13 15,-7 0-27-15,1 5-27 0,-2 2 12 16,-2 3-19-16,-1 2-16 0,0 2 4 0,-3 5-5 0,2 0-6 0,0 0 2 15,-1 0-3 1,2 0-3-16,4-1 2 0,1 0-1 0,3-2-2 0,3-5 0 0,2-1 2 16,4-1 2-1,3-3-2-15,4-2 2 0,0-2 0 0,4-3 1 0,2-3-2 16,4-1-2-16,-1-4 1 0,3-2-2 16,0-1 0-16,-4-2-2 0,2-2 1 0,-2 0 0 0,-4-1 0 15,-3-1 1-15,-1 1 1 16,-3 2-1-16,-5 0 2 0,0 2 3 15,-5 2-2-15,-2 2 3 0,-1 2 1 0,-3 2-1 0,-3 1 2 16,-4 3 2-16,-1 1 0 0,-3 0-2 16,-1 4 0-16,0 0 1 0,-4 2-4 0,3 1-2 15,0 1 1-15,4 1-3 0,1 0-1 16,4 1 0-16,3 2-30 0,3-1-44 0,4 0 32 0,4 1-138 16,3 0-235-16,4-2 145 0</inkml:trace>
  <inkml:trace contextRef="#ctx0" brushRef="#br0" timeOffset="-209583.61">22030 12876 2341 0,'-10'2'90'0,"1"2"18"0,-2 2-33 0,3 0-28 15,1 1 11-15,1 1-24 0,1 1-18 16,1 0 9-16,1 1-12 0,3-2-9 0,4 2 1 0,-1-1-2 16,3-1 1-16,2-2-1 0,2 0 2 15,3-3 0-15,1-1 1 0,3 0-1 0,0-2 0 0,3-1 1 0,0-3 0 16,1 1-1-16,2-4-1 0,-4 0 1 16,2-2-1-16,-3 1 0 0,-2-4-1 15,0 2 0-15,-3-2 1 0,-3 1-1 16,-3 0 2-16,1 0-1 0,-2 1 9 0,-3-1 8 0,-1 3-6 0,-2-1 9 0,-3 1 11 15,-3 0-3 1,-1 2 5-16,-3 0-1 0,-5 2 1 0,1 1-8 0,-2 1-7 0,-3 0 6 0,-2 2-11 31,1 2-9-31,-3 1 2 0,2 2-3 0,0 0-5 0,2 2 1 0,1 1-3 16,3 1-1-16,4 1 1 0,1 0-46 16,6 1-59-16,0 1 43 0,4-1-210 15</inkml:trace>
  <inkml:trace contextRef="#ctx0" brushRef="#br0" timeOffset="-209267.19">22370 12937 2617 0,'-10'7'94'15,"0"0"-32"-15,3 0 20 0,2-2-33 16,1 2-25-16,5-4 7 0,1 2-10 0,6-3-9 16,3-1 1-16,4 0-3 0,1-2 1 15,3-2 0-15,4-2-4 0,1 1-1 0,2-3 1 16,-2-1-1-16,1-2-2 0,-3-1 1 0,-1 0-2 16,-4 0 2-16,-4 0 0 0,-7-1 2 15,-1 1 3-15,-5 3-2 0,-5 0 15 16,-4 1 13-16,-3 1-9 0,-6 2 6 0,-3 0 10 15,-1 3 1-15,-5 3-9 0,-2 1-13 0,-1 3 9 16,-2 3-13-16,0 1-14 0,5 3 3 0,2 1-86 16,5-1-230-16,7-1 151 0</inkml:trace>
  <inkml:trace contextRef="#ctx0" brushRef="#br0" timeOffset="-15062.7">10263 3499 998 0,'-3'-4'67'15,"-8"-15"89"-15,7 15 6 0,-1-1 98 16,0 0-123-16,-1 2 8 0,0-2 21 0,-3-2-47 15,0 2-41-15,3 3 9 0,-3-2-21 16,2 2-9-16,1 0 5 0,-1 0-11 16,1 1-9-16,1 4 4 0,-1-1-9 0,0 0-5 15,0 0 3-15,0 3-8 0,1 1-5 0,0 0 2 16,0 3-4-16,1-1-3 0,2 3 1 0,-1 1-4 16,3 1-2-16,1 2 2 0,2 0-4 15,1 1-2-15,2-1 1 0,0 3-1 16,2-1-4-16,1 0 1 0,2 1 0 0,-1-1-1 15,1-1-1-15,2 1 1 0,-1-4-1 16,1 0-1-16,0 0 1 0,0-1-2 0,-3-3 1 16,0 1-1-16,-1-2-1 0,-1 0 0 0,-1 0-1 0,0-3-3 15,-4 0 1-15,0 0-1 16,-1-1-7-16,-2 0 3 0,0-1 2 16,-2-1-2-16,-2 2-2 0,-4 0 6 15,1 0 4-15,-4-2-2 0,-1 1 3 0,-1-1 4 0,-2-1-1 0,-1 1 1 16,0-2-1-16,1-2 1 15,-1 1-1-15,2-1 2 0,1 0-2 0,1-1 2 16,1-2 0-16,3 0 0 0,0-2-1 0,2-1-2 16,1 1 2-16,2-2-1 0,0 0-4 15,2 0 2-15,1-1-2 0,0-1-1 16,0 2 1-16,1 2-4 0,1-3-2 0,1 3 1 0,-2-1-1 16,4 3-3-16,0-1 0 0,1 0 2 15,2 0 2-15,-1 1-2 0,4 0 5 16,0-2 2-16,1-2-1 0,4 1 0 0,0-2 1 0,2 0 0 15,1 0 1-15,2 0-1 0,-1-1 0 0,0 0 1 16,-1 0 2-16,0 0 0 0,-2 0 0 0,-1 1 2 0,-3 1-1 0,-2 1 2 16,-2 0 3-16,-4 0-1 0,-1 1-2 15,-3 0 2-15,-3 1 1 0,-2 0-5 0,-3 0-4 16,-4 0 1 0,-2 0-3-16,0 1-4 0,-5 1 0 0,-4 0 2 15,2 1 0-15,-1 0-2 0,0 2-3 16,2 1-1-16,2 1 3 0,1 3-31 15,4 1-64-15,4 3 41 0,2 3-206 0,3 1 204 0,3 1-65 16,4 0-78-16</inkml:trace>
  <inkml:trace contextRef="#ctx0" brushRef="#br0" timeOffset="-13531.3">10949 3485 874 0,'-3'-7'185'16,"1"2"-181"-16,0 0 120 0,-1-1 107 0,1 2-53 15,-8-17-46-15,6 18 1 0,1-1 11 0,-1 1-44 16,1-2-31-16,-2 4 12 0,0-1-24 16,0 2-19-16,-2 2 7 0,-1-2-12 0,1 2-15 15,1 5 4-15,-1 0-6 0,1 3-4 16,1 2 2-16,1 2-3 0,1 0 1 0,2 2-1 15,1 0-1-15,1 1-1 0,3 1 1 16,0 0-4-16,2-3 1 0,1 1-1 0,2 0 2 16,0-3-1-16,2 1-1 0,2 0-1 0,0-1 0 15,-1-1 2-15,0-1-3 16,-1 1-2-16,-1-2 1 0,0 0-2 0,-3 0-1 0,-1-1 0 0,-3 1 0 16,0-1 0-16,-2-1-2 15,0 2 2-15,-1-2 0 0,-2 1-1 16,-2 0 0-16,0-2-2 0,-2 1 2 0,-1-1-5 15,0-1-1-15,-3-1 1 0,-1 0 1 16,0-1 1-16,-1-1-2 0,-1-2 3 0,0-1 5 16,0-1-1-16,1 0 4 0,0-3 1 0,2 0 1 15,0-2-2-15,2 0 0 0,1-1 2 0,1-1-2 16,1-1-2-16,0-3 0 0,3 4 0 16,-1-4-2-16,1 0 0 0,-1 1 1 15,3-1-2-15,0 0 0 0,2 0-1 16,1 3-2-16,0-2 1 0,2 1-3 0,0 3-1 15,3-2 0-15,1 0 2 0,2 0 0 0,2 1-1 16,3-1 3-16,0-2 2 0,4 1-1 16,1-2 1-16,1 0 3 0,0 1-2 0,-1-1 3 15,-1 2 0-15,-5 0 0 0,0 1 6 16,-5 1 4-16,-1 0-4 0,-6 0 2 0,-1 2 3 16,-2 0 1-16,-4-1-2 0,-2 1-4 0,-3 0 2 15,-2 1-5-15,-4 0-4 0,0 0 2 0,-2 0-1 16,-1 1-3-16,1 3 0 0,-1-1-2 0,2 2-3 15,0 4 2-15,3-1-1 0,0 4-3 16,3 1-1-16,1 0-23 0,3 1-38 0,1 2 26 16,4 0-167-16,3 0 160 0,5 0-47 0,3 1-62 15</inkml:trace>
  <inkml:trace contextRef="#ctx0" brushRef="#br0" timeOffset="-12929.66">11164 3562 1324 0,'5'-6'246'0,"0"0"-108"0,0 2-84 0,2-2 137 0,-1 0-69 0,2 1 24 0,0-1-40 15,2 0-44-15,-1 1 14 0,2 1-24 16,0-1-19-16,-1 2 7 0,3 1-13 0,-3-1-10 15,0 2 4-15,-1-1-9 0,-1 2-10 0,-1 0 5 16,-2 2-7-16,-2-1-6 0,-1 2 0 0,1-1 2 0,-3 2 1 16,-2 0-3-16,1 1 6 0,-4-1 4 15,1 2-2-15,-2 1 0 0,0-1-1 0,0 0 3 0,-2 1-5 16,2 1-7-16,-2 1 3 0,-1 1-2 16,1 1 0-16,0 0-2 0,-2 3 2 15,0-1 2-15,-1 3 0 0,-2 0 2 16,1 2 2-16,1-1 0 0,2-1 1 15,0-1 3-15,-1-3-1 0,4 0 5 16,-1-1 2-16,5-2-2 0,2-1 9 0,0-1 5 0,1-2-2 16,3 1 0-16,5 0 5 0,0-1-1 15,3-1-3-15,1-1-6 0,0 0 4 0,2-2-5 16,0 1-5-16,0-1 1 0,1 1-3 16,0-2-1-16,-1 0 1 0,1-1-15 0,-1 0-28 15,-1-1 18-15,2-3-83 0,-3-1-99 0,4-2 64 16,-3-1-61-16,3 0-75 0</inkml:trace>
  <inkml:trace contextRef="#ctx0" brushRef="#br0" timeOffset="-12564.5">11472 3587 1694 0,'3'-4'200'0,"2"-2"-24"16,-2 2-24-16,3-3 16 0,3 1-31 0,0 0-45 16,1-1 16-16,4 0-27 0,-2 1-20 0,2 0 6 15,4 1-13-15,-1-1-12 0,1 3 7 0,1-1-19 16,-1 3-13-16,1-1 8 0,-1 1-10 16,-2 1-12-16,-2 0 2 0,-2 2-5 15,-3 0-5-15,-1 0 3 0,-2 1-5 0,-4 1-6 16,-2 0 2-16,0 3-1 0,-5-1-1 0,1 2-1 0,-3 3 2 15,-2 1 3-15,-3 3-2 16,-2 2 4-16,0 1 3 0,-3 5-1 0,0 1 1 16,-1 0 2-16,0-1 1 0,0 1 0 15,2-2 0-15,2-1 1 0,1-2-1 0,4-5 2 0,2-1-1 0,2-1 2 16,4-2 3-16,2-3-1 16,3-1 3-16,3-3 3 0,3 0-1 0,5-2-9 0,1-2-13 15,6-2 11 1,3-2-80-16,4-2-85 0,5 0 60 0,6-2-279 15,1-1 290-15,3 2-114 0,0-5-113 16</inkml:trace>
  <inkml:trace contextRef="#ctx0" brushRef="#br0" timeOffset="-8357.37">12429 3542 1204 0,'7'-7'80'0,"0"-1"67"16,0 3 6-16,-1-1 121 15,-5-15-152-15,3 17 8 0,0 1 14 0,-2 0-46 16,-2 3-41-16,0 0 16 0,0 0-33 16,0 0-25-16,0 0 11 0,0 0-12 0,0 0-14 15,-1 6 0-15,-1-2 0 0,1 5 1 0,-2 3 0 16,-1 2 1-16,0 3 0 0,0 2-1 15,-2 2 1-15,1 2-2 0,0 0 0 16,-1 2 1-16,1-2 0 0,-1-2 0 0,0-2 1 16,1-3 0-16,1-1 0 0,1-3 3 15,-1-3-1-15,2-2 0 0,1-2 2 0,-1-1 3 16,2-1-2-16,0-3 5 0,0 0 3 0,0 0-1 0,0 0-2 16,0 0 1-16,0 0 1 0,0-1-4 15,9-13-5-15,-5 9 2 0,0 0-5 16,3-1-2-16,0 2 1 0,-1-3-1 15,3 2 0-15,-2-2-1 0,2 0-1 0,0-1-3 16,1 1 2-16,0 0 3 0,-2 1-3 16,1 2 0-16,-1-1-2 0,-2 2 0 0,-2 1 1 0,1 2-3 15,0 0-8-15,-5 1 3 0,1 3-5 16,-1 2-19-16,-1-1 10 0,-1 0-56 16,1 1-60-16,-3 0 44 0,-1 0-151 15,2 0 183-15,-2-1-89 0,0-4-70 0</inkml:trace>
  <inkml:trace contextRef="#ctx0" brushRef="#br0" timeOffset="-8103.13">12557 3604 868 0,'-2'-4'252'0,"0"2"-85"0,0 0-97 0,1-1 207 0,0 1-132 0,1 2 8 0,0 0-24 15,0 0-48-15,0 0 24 0,0 0-46 16,0 0-33-16,0 0 13 0,0 0-17 0,-6 6-16 16,7 3 1-16,2 1-3 0,-1 2 0 0,-1 4 0 15,3 2 0-15,0 2 0 0,-1 0 1 16,0 0-4-16,1 0-3 0,-2 0 2 16,3 0-45-16,-3-3-58 0,1-1 42 0,-1-1-185 15,-1-2 183-15,4-1-66 0,0-1-81 0</inkml:trace>
  <inkml:trace contextRef="#ctx0" brushRef="#br0" timeOffset="-7719.54">12701 3615 1208 0,'5'-5'201'0,"1"0"-98"0,1 0-67 0,1 0 76 0,0 0-8 16,3 1 21-16,-1-1-33 0,1 0-40 0,0 3 8 16,1-2-13-16,-3 2-12 0,1 2 5 15,0-1-14-15,-3 1-10 0,-1 1 6 0,-1 0-8 16,1 2-10-16,-4-1 2 0,1 3-2 16,-1-2 1-16,-2 2-2 0,0 1 2 0,0 1 1 0,-3-1 0 0,0 2-2 15,-4 1-3-15,1 0 3 0,0 1-4 16,-1 0-2-16,-1 2 1 0,-1-1-2 15,1 2 0-15,1-1 0 0,0 1 0 0,-2 0 1 16,1 1 0-16,1-1 0 0,1 0 1 0,1-1 0 0,1 1 1 16,1-1 1-16,2-2-1 15,1 0 1-15,3-1 3 0,0 1 0 0,3-3 1 0,3 0 2 16,1-1-1-16,2-2-1 16,1-1-8-16,0 0 5 0,3-3-63 0,1-1-90 0,1-2 63 15,0 0-53-15,2 0-75 16</inkml:trace>
  <inkml:trace contextRef="#ctx0" brushRef="#br0" timeOffset="-7334.82">13036 3675 1175 0,'3'-4'255'16,"0"-2"-108"-16,2 1-88 15,0 0 150-15,0-1-83 0,2 1 19 0,0-1-26 0,0 2-51 0,0 0 11 0,-1 0-29 16,0 2-18 0,-1-1 11-16,0 2-20 0,-1-1-17 0,1 1 6 0,-1 1-10 0,0 0-4 0,-1 2 0 15,1 0-3 1,-1 1 1-16,0 2-1 0,0 1 2 0,-2-1-1 0,-1 2 0 0,0 2-1 16,0-1 0-1,-3 2 1-15,2 1-1 0,-4 1-2 0,1-1 0 0,-1 2 1 16,-1 0 1-16,0-2-1 0,-1 3 1 15,-1-3 2-15,1 0-1 0,-1 0 3 0,2 1-1 16,0 0 0-16,0-2 1 0,2 0 0 0,0-2 0 16,4 2 3-16,-1-2 2 0,1-2-4 15,2 1 8-15,3-2 3 0,1-1-1 16,2 0 0-16,2-1 3 0,1-1 0 0,3-1-2 16,1-1-4-16,2-1 3 0,3-1-31 15,-1-1-61-15,2 0 41 0,3-1-241 0,0 0 215 16,2 1-59-16,1 1-81 0</inkml:trace>
  <inkml:trace contextRef="#ctx0" brushRef="#br0" timeOffset="-6520.59">8307 3610 1327 0,'0'-4'87'16,"-8"-14"36"-16,7 14 4 0,1 4 137 0,0 0-192 0,0 0 1 15,0 0 21-15,0 0-36 0,0 0-42 0,-1 14 9 16,-1-6-14-16,2 4-4 0,1 6-2 15,0 0 1-15,-1 4-2 0,3 3 1 0,1 1 1 16,0 0-3-16,0 0 0 0,-2-3-33 0,4-2-62 16,-2-1 45-16,0-1-256 0,2-2 229 0,-2-3-62 0,0-2-91 15</inkml:trace>
  <inkml:trace contextRef="#ctx0" brushRef="#br0" timeOffset="-6187.1">8138 3731 930 0,'-4'-9'193'0,"-1"-1"1"15,3 1-12-15,-1 0 10 0,2-1-43 0,-1 0-18 0,1 0 20 16,1 0-39-16,2 0-42 0,3-1 16 16,1-1-30-16,3 3-22 0,1-2 9 0,3 1-13 15,3 0-12-15,3-1 4 0,3 1-7 0,0 2-2 16,0 0 1-16,2 2-4 0,0 1-3 0,0 2 2 15,-2 2-7-15,-1 1-2 0,-1 1 2 0,-2 3-2 16,-2 1-2-16,-3 2-1 0,-1 2-1 0,-3-1 2 16,-3 4-1-16,0 0 3 0,-5 1 0 0,-1 1 0 15,-2 1 1-15,-4-2 3 0,-5 1 0 0,1 0 0 16,-1-1 0-16,-2 0 1 0,0-2-1 0,-1-3 0 16,0 1 1-16,0 1-1 0,0-4 1 15,1 1 0-15,1-1 0 0,0-3 0 0,3 1 0 0,0-2-26 16,2-2-35-16,3 1 25 0,1-1-95 15,1-3-126-15,3 0 76 0,3-1-69 16,1-2-88-16</inkml:trace>
  <inkml:trace contextRef="#ctx0" brushRef="#br0" timeOffset="-5855.95">8540 3653 1177 0,'0'0'114'0,"0"0"0"16,0 1-10-16,-1 16 18 0,5-7-57 0,1 1 0 0,0 3 17 15,1 0-24-15,-1 0-27 0,2 2 6 16,2 0-13-16,-1-1-7 0,3-1 4 0,1 0-1 16,2-2-1-16,0 0-2 0,3-3 20 15,-1-1 18-15,1-3-12 0,2-1 11 16,-3-3 19-16,1-3-2 0,1-1-2 15,-3-3-6-15,1-1 5 0,0-3-7 0,-4 0-3 0,-2-1 0 16,0-1-5-16,-2-1-1 16,-5 1 3-16,-1-2-12 0,-2 0-10 0,-2-1 7 0,0-1-12 15,-1-2-13-15,-3 1 4 0,-1 1-9 16,2-1-8-16,0 2 4 0,1 2-34 16,0 2-59-16,2 3 39 0,2 2-191 0,3 4 180 0,2 1-57 15,5 0-72-15</inkml:trace>
  <inkml:trace contextRef="#ctx0" brushRef="#br0" timeOffset="-5487.31">9210 3740 1737 0,'4'2'115'0,"-3"-2"1"15,1 0-12-15,-2 0 8 0,0 0-25 0,0 0-10 0,1 0 12 0,11-1-26 16,-5 1-23-16,2 0 9 0,2 0-16 16,4 0-16-16,-1 0 7 0,3-1-18 0,0-1-28 15,0-2 14-15,1 2-86 0,-1-1-100 16,-1-1 69-16,1-1-66 0,-3 1-85 0</inkml:trace>
  <inkml:trace contextRef="#ctx0" brushRef="#br0" timeOffset="-5336.91">9238 3848 1482 0,'-1'6'160'0,"4"-1"5"15,0-2-9-15,3 0 2 16,2 0-37-16,1-3-27 0,5 0 29 16,4-1-52-16,3-1-80 0,3-2 34 0,3-2-285 15,1 1 202-15,0 0-31 0,4-3-66 16</inkml:trace>
  <inkml:trace contextRef="#ctx0" brushRef="#br0" timeOffset="-3857.58">14960 3633 1157 0,'2'-4'75'0,"-6"-15"50"16,6 16 2-16,1 1 117 0,-1-1-147 0,2 1 11 16,-2 1 9-16,1 0-37 0,0 1-22 15,-3 0 6-15,0 0-17 0,0 0-13 0,0 0 6 16,0 0-7-16,-3 5-6 0,0 5 1 0,-2 1-3 15,1 4-1-15,-1 4 3 0,-1 0-6 16,1 2-5-16,0 1 3 0,0 1-5 0,2-1-6 16,-1-2 2-16,1-1-2 0,1-2-2 15,1-2 0-15,0-2 1 0,0-2 1 0,1-3-1 16,0-2 6-16,0-3 6 0,0-3-5 0,0 0 4 16,0 0 2-16,0 0 2 0,8-10-7 15,-5 2-4-15,-1-1 3 0,0-1-4 16,1-3-5-16,-3 0 0 0,1-1-1 0,-1-1 0 15,-1 1 1-15,0-3-1 0,-2 2 0 16,1-1 0-16,0 1 0 0,-2-1 0 0,3 1 1 0,-2 1-2 16,0 1 0-16,1 1 0 15,-1 1 2-15,1 2-1 0,0 2-1 0,0 0 1 16,0 2 0-16,1 1 0 0,1 4-1 16,0 0-2-16,0 0 1 0,0 0-3 0,0 0-5 0,0 0 2 15,0 0-1-15,0 0-3 0,-3 7-1 16,5 2 4-16,0 2 3 0,3 2-1 15,1 3 1-15,2 3 4 0,0-2-1 0,4 2 5 16,0 0 0-16,1-3-1 0,1 0 1 16,3-1 3-16,-2-5-1 0,3-1 1 0,2 1-1 0,0-5 1 0,-1-1 0 15,3-3 1-15,-1-1 0 0,2 0 1 16,-2-4 1-16,-1-1 0 0,-1-5 0 16,-2 2 4-16,-1-1-2 0,0-1 2 15,-4-2 3-15,-2 0-2 0,-1 1 1 0,-3-2 2 0,-3 1 0 16,-2-2-2-16,-1-1-2 0,-4 1 2 15,-2-1-5-15,-2 0-3 0,-1 1 2 0,-2 0-4 16,2 3-4-16,0 0 1 16,1 3-4-16,1 1-4 0,1 2 1 0,3 2-6 0,3 3-6 0,0 0 2 15,0 0-21 1,0 0-53-16,-4 13 32 0,8-6-153 0,3 1-261 16,2 1 168-16,-1-2-136 0,3-2-184 0</inkml:trace>
  <inkml:trace contextRef="#ctx0" brushRef="#br0" timeOffset="-3591.56">15595 3658 1480 0,'6'-13'258'0,"-1"2"-117"0,1 1-88 0,-1-1 131 0,1 2-56 0,-1 2 22 16,-1 2-48-16,-1 2-58 0,1 3 22 0,-1 4-31 15,-1 3-30-15,0 6 7 16,-1 2-10-16,-1 3-3 0,0 3 0 16,0 3 1-16,-1 1 1 0,1 0 0 0,-1 0-5 15,0-3-22-15,1-2 15 0,0-1-46 0,0-3-40 0,1-3 27 0,1 0-48 16,-1-4-52 0,1-2 13-16,0-3-35 0,-1 0-53 0,-1-4 26 0,0 0-26 0,0 0-24 15</inkml:trace>
  <inkml:trace contextRef="#ctx0" brushRef="#br0" timeOffset="-3258">15498 3609 997 0,'-8'-12'245'0,"2"2"-88"16,2 2-102-16,-4-3 133 0,4 3-24 15,0 1 27-15,2-1-43 0,2 3-48 0,0-1 15 0,1 0-33 16,3 1-23-16,3 0 10 15,0 1-15-15,4 0-18 0,1-2 4 0,2 1-7 0,4 2-5 0,1-2 2 0,2 2-7 32,0 0-6-32,2 2 4 0,-1 1-7 0,-1 0-7 0,1 2 2 0,-1 2-5 0,-4 1-4 15,-2 2 1 1,0 0-1-16,-5 2-1 0,0 1-1 0,-1 1 0 16,-5 0 1-16,-3 0 1 0,-1 2 0 0,-2 0 0 15,-2-2 0-15,-2 1 0 0,-5-3-1 0,1 2 1 16,-3-1 0-16,-1 0 0 0,-1-2-1 0,-1 0 1 15,-1-2 2-15,0-1-2 0,1 1 1 16,-1 0 0-16,2-2 1 0,1 0-3 0,1-1-18 0,2-1 10 0,3 2-60 16,1-2-58-16,4-2 43 0,3 0-134 15,0 0-180-15,1-4 98 0,5 1-90 16,2-3-108-16</inkml:trace>
  <inkml:trace contextRef="#ctx0" brushRef="#br0" timeOffset="-2916.45">15903 3598 1244 0,'1'0'146'0,"1"2"-9"0,1 0-16 0,-2 2 24 16,1 1-60-16,-1 2-8 0,-1 1 18 0,0 4-31 15,0-2-30-15,-1 5 10 0,-1-2-15 16,0 2-16-16,-1 0 5 0,2 0-7 0,1-2-6 15,0 1 1-15,1 0 1 0,3-2-1 0,2 0-1 16,2-2 2-16,1 0 4 0,1-1-1 0,3-2 7 16,-1-3 8-16,1 0-5 0,2-1 12 0,1-3 12 15,-1-1-5-15,1-4 4 0,-1 0 3 0,-2-1 3 16,2-3-4-16,-2 0-3 0,-1-3 1 0,-1-1-2 16,-2 2-2-16,1-3 1 0,-3-3-1 15,-3-1-2-15,-1 0 2 0,-1-3-6 0,-2 1-5 16,0 2 5-16,-2-3-12 0,0 4-9 0,-3 2 6 15,4 1-11-15,-3 4-12 0,2 2 4 0,-2 2-71 16,2 3-93-16,2 3 66 16,0 0-51-16,6-2-79 0</inkml:trace>
  <inkml:trace contextRef="#ctx0" brushRef="#br0" timeOffset="-2606.71">16433 3715 1622 0,'0'-7'245'0,"4"4"-130"0,-1 0-68 0,3-2 111 15,0 3-57-15,2 1 26 0,1-2-46 0,1 2-39 0,0 0 10 16,0 0-18 0,2 1-19-16,0-1 7 0,0 1-11 0,-1-2-12 0,2 2 2 15,0-1-40-15,-3 0-54 0,0-1 39 0,-1 1-150 0,-3-2-228 0,0 2 139 32,-1-3-120-32,-2 2-147 0</inkml:trace>
  <inkml:trace contextRef="#ctx0" brushRef="#br0" timeOffset="-2491.96">16428 3780 1013 0,'-1'4'257'16,"2"-3"-11"-16,3 2-24 0,3 0 13 15,0-3-56-15,3 1-58 0,2-1 40 0,5 0-67 16,1-1-69-16,2-2 27 0,1-1-168 16,1-1 88-16,2 0-8 0,0-5-31 0</inkml:trace>
  <inkml:trace contextRef="#ctx0" brushRef="#br0" timeOffset="199925.36">17367 3467 2984 0,'19'0'11'0,"-15"0"-20"16,0 3-2-16,-1 3 2 15,3 3 1 1,-8 4 0-16,-3 1 5 15,-3 5 2-15,-2 7 4 16,-2 3 2-16,-2 3-1 0,-2 1-2 0,1-3-3 16,0-1-1-1,2-4-2-15,2-4 0 0,1-7 4 32,2-4 0-32,2-5 0 0,0-3 1 15,2 0 3 1,1-2 1-16,3 0-1 0,0 0 0 0,0 0-5 15,-1 0-4 1,0 0-2-16,1 0 2 0,0 0 2 16,11 0 1-16,5 1 1 15,3 0 1 1,6 0 1-16,3-1 4 0,6 0-5 16,3-1-26-16,0-1-132 15,-1-2-157-15,4 1 265 16,-1-3-42-16,-1-6-35 15</inkml:trace>
  <inkml:trace contextRef="#ctx0" brushRef="#br0" timeOffset="200738.18">17976 3534 1864 0,'6'-8'185'0,"2"-1"-113"0,3-1-28 0,2 1 105 15,3-1-42-15,0 2-48 16,1 2-12-16,1 0-25 16,-3 3-7-16,-3 3-10 15,-4 0-1-15,-5 5-4 16,-3 1-2-16,-5 3-2 16,-3-1 1-16,-2 3 2 15,0 0 1-15,0-1-4 0,-1 1-2 16,3-4 0-16,1 1-1 15,3-4 3-15,4-4-4 16,0 1 4-16,0 0 1 16,0-1 1-16,1 0 1 0,19 2 0 15,-9-4 0-15,2 0-1 16,1 0 2-16,1 1-4 16,1 0-2-1,-2 2 0-15,0 2-2 0,0 3 2 16,-2 1 2-1,-2 4 2-15,-2 0 2 0,-3 5 4 16,-1 0 1-16,-2 3 6 16,-1 2 1-16,-3 0 2 15,-1-2 0-15,-2 0 2 16,0-2 0-16,-1-4 4 16,-1-2 5-16,-2-2 1 15,-2-4 3-15,-3-2 1 16,-1-2 1-16,-6-4-1 15,0-2 0-15,-4-2-6 16,0-1-3-16,1-1-7 0,2 1-5 16,3-1-61-1,3 1-85-15,10 2 120 0,5-2-18 16,12 1-15-16</inkml:trace>
  <inkml:trace contextRef="#ctx0" brushRef="#br0" timeOffset="201406.71">18358 3576 1920 0,'4'-7'236'0,"0"-1"-147"0,3 2-27 0,2-1 136 16,3-1-68-16,2 1-30 15,4 0-35-15,0 1-11 16,2 2-22-16,0 0-10 15,-2 4-15-15,-3 0-4 16,-1 3-9-16,-3 1-3 16,-5 2-3-16,-4 1-5 15,-3 1 4-15,-4 1-1 0,-4 1 1 16,-3 1 2-16,-5 3 2 16,-1 0 1-1,-2 4 5-15,-1 0 1 0,1 2 0 16,1 1 0-16,4 0 2 15,0-2 1-15,7-2 3 16,1-2 3-16,7-1 1 16,1-3 4-16,9 0-1 15,2-3 2-15,6-1-16 16,3-1-26-16,5-4-93 16,2 0-107-16,3-3 191 15,-1-3-36-15,0-8-29 16</inkml:trace>
  <inkml:trace contextRef="#ctx0" brushRef="#br0" timeOffset="201806.07">18661 3561 1508 0,'0'0'229'0,"0"0"-103"0,1-1-48 15,17-14 239-15,-6 11-126 0,4-1-76 16,3-1-34 0,2 1-24-16,4 2-10 0,1 0-16 15,0 1-6-15,-4 2-16 16,-2 0-5-16,-6 2-3 16,-2 2-1-16,-8 3 3 15,-5 0-2-15,-8 3 2 16,-3 2-1-16,-4 5 3 15,-3 2 0-15,-2 6-3 16,0 1-1-16,3 1-3 0,1 0-3 16,6-2-1-1,2-1 2-15,6-5 2 16,3-2-1-16,9-8 3 0,3-1 0 16,6-5-20-1,5-2-30-15,5-2-146 0,3-2 174 0,6-3-26 16,4-5-15-16</inkml:trace>
  <inkml:trace contextRef="#ctx0" brushRef="#br0" timeOffset="202401.53">19469 3500 2069 0,'7'-5'227'0,"-2"1"-127"0,-2 4-43 0,-3 0 115 15,0 0-44 1,0 0-58-16,0 0-17 0,-9 17-37 16,2-2-13-16,-2 6-11 15,-2 3-4-15,1 6 7 16,1 0 0 0,0-1 2-16,2-3-1 0,3-5 2 15,0-3-1-15,3-6 2 16,1-4 2-16,0-8 4 15,0 0 0-15,1 0 1 16,12-13 1-16,-3 5-1 16,0-2-3-16,3 0-3 15,1-1-3-15,2 3-18 0,-1 1-16 16,-1 3-68 0,1 1-66-16,-3 3 136 15,-2 0-23-15,-2 0-23 16</inkml:trace>
  <inkml:trace contextRef="#ctx0" brushRef="#br0" timeOffset="202671.19">19585 3532 1582 0,'0'0'238'0,"-1"0"-131"0,0 0-43 16,1 1 245 0,-15 15-179-16,12-1-38 0,2 8-50 0,1 3-10 15,1 6-10 1,3 0-18-16,1 3-161 0,1 0 147 16,-1-2-17-1,1-2-11-15</inkml:trace>
  <inkml:trace contextRef="#ctx0" brushRef="#br0" timeOffset="203354.23">19852 3569 999 0,'-1'-3'66'0,"-8"-15"104"0,9 17 0 0,0-3 107 0,1 2-128 16,1-1 9-16,-1 1 11 0,3-2-62 0,-1 1-40 0,2-2 10 15,0 1-20 1,1 0-16-16,1 0 6 0,0-4-10 0,1 2-8 0,4 1 3 0,-1-2-8 16,0 2-4-16,2 2 3 0,1-1-8 15,-2 1-6-15,2 1 3 0,-2 1-6 0,-1 1-5 0,-2 0 2 0,2 3-3 16,-3 1-3-1,0-1 1-15,-2 3 0 0,-3-1 0 0,1 0-1 16,-4 2 3-16,0 0 5 0,-4 0-3 0,-3-1 1 0,-3 2 2 16,-2-2 0-16,0 2 0 0,-5 0-3 15,2 1 2-15,0 3-4 0,-3-2 0 0,1 3 0 0,-2 1 1 16,5 1 3-16,-2-1-2 0,1 3 3 16,4-1 6-16,2 1-2 0,1-3 0 0,1-2-1 0,3-1 3 0,3 0-3 0,1 0 1 0,2-3-1 31,2-1 0-31,3 0 4 0,2 0-2 0,5-1 2 15,2-1-3 1,0-2 3-16,4-2-25 0,1 0-27 0,1 0 21 0,2-2-63 16,-3 0-83-16,0-5 46 15,0 1-217-15,-2 2 254 0,1-2-102 0,0-5-86 0</inkml:trace>
  <inkml:trace contextRef="#ctx0" brushRef="#br0" timeOffset="203782.58">20178 3538 1179 0,'0'-2'314'0,"2"0"-145"0,0-1-84 0,1 0 223 15,2 0-200-15,2 0 36 0,1 0-55 0,0 0-42 0,1-1 6 16,3 2-12-16,0-2-14 15,0 3 6-15,2 0-13 0,0-1-10 0,1 2 5 0,2 0-7 16,-3 0-6 0,2 2 2-16,-1 0-3 0,-2 0-2 0,2 1 0 15,-5 2-2-15,-3-3-1 0,0 3 0 16,-2-2 0-16,-2 1-2 0,-2-1 0 0,-1 1 1 16,-4 0 3-16,3 1-2 0,-4 0 4 15,-1 1 1-15,-1 0 0 0,-1 1 0 0,-3 1 1 0,-3 1 1 16,0 1-3-16,-2 0 0 0,0 1-1 15,-1 3 0-15,-1 0-4 0,2 3 3 0,0 0-3 16,1-2 0-16,2-1 1 0,2 2-1 16,4-2 0-16,1-2 0 0,3-1 5 15,2-2 1-15,5-1-1 0,3 2 3 0,4-1 4 0,3-2-1 16,4-1-3-16,2-1-15 0,5-3 10 16,2 1-66-16,3-3-82 0,-3-5 58 0,7 1-241 15,1-1 248-15,-1 2-99 16,1-3-98-16</inkml:trace>
  <inkml:trace contextRef="#ctx0" brushRef="#br0" timeOffset="206201.7">17838 1282 976 0,'2'-3'126'0,"0"0"6"0,0-2 16 0,-1-4-25 16,0 2-16-16,-1 1 6 0,3 0-18 15,0-1-14-15,0 2 9 0,1-3-14 16,-2 2-11-16,2 1 4 0,-3-3-10 0,2 0-3 16,-1 3 3-16,-2-3-9 0,1 0-6 0,0 2 5 15,-2 0-8-15,1 2-3 0,0-1 2 16,-1 1-3-16,-5-1-1 0,2 1 2 0,-3 2-9 15,-1 0-4-15,-3 0 6 0,-1 1-11 16,-1 1-8-16,-2 0 2 0,1 5-3 0,-4-1-4 16,1 2 1-16,-2 4-1 0,1-2 0 0,-1 4 1 0,-6 2-1 15,5 2-1-15,-3-2 1 0,0 4-1 16,1 1 1-16,0 1-1 0,0 2-1 0,2 1 1 16,5 2 1-16,-1 2-4 0,6 5-1 15,5-3 1-15,4 4-2 0,5-4 0 0,8 1-1 16,6-2 2-16,4-3 1 0,8-2-1 15,3-3-27-15,4-6-25 0,2-4 22 0,4 0-57 16,-3-5-70-16,-1 0 35 0,-1-4-167 16,-4 0 218-16,-4 2-94 0,1-1-68 15</inkml:trace>
  <inkml:trace contextRef="#ctx0" brushRef="#br0" timeOffset="206707.24">17895 1737 1232 0,'0'0'179'0,"0"0"-24"0,1 0 23 0,0 0-44 15,10-7-30-15,-9 3 14 0,5-1-30 16,0 0-15-16,-1 1 6 0,0 0-14 16,-1-2-13-16,1 0 5 0,-2 2-8 0,1 2-5 0,-1 1 2 15,-4 1-5-15,0 0-2 0,0 0 2 0,0 0-11 16,0 0-9-16,0 0 8 16,0 0-14-16,0 0-11 0,0 0 4 0,-5 5-6 15,2 1-2-15,0 2-3 0,-2-1 0 0,1 1 0 16,0 2 2-16,2 0-1 0,1-1 0 15,0-1-1-15,3-1 3 0,1 0 4 0,2-1-2 0,5 0 4 16,1-1 2-16,1-3 0 0,1-1 2 16,0-1 0-16,2-3 0 0,1-2 2 15,1-2 0-15,-3 0-2 0,0-3 2 16,0 0 1-16,-1-1 0 0,0-2 2 0,-5 4 2 0,-2-4-1 16,-1 3 0-16,-3-1 2 0,-2 2 1 15,-3 0-5-15,-3 1-6 0,-2 2 5 0,-2-1-8 16,-4 4-5-16,-1 1 0 0,-3 2-2 15,1 1-2-15,1 2-1 0,-2 2-1 16,3 2-4-16,2-1 3 0,3 2-68 16,2-1-87-16,8 2 67 0,0 0-50 0,7-1-81 15</inkml:trace>
  <inkml:trace contextRef="#ctx0" brushRef="#br0" timeOffset="206968.07">18344 1362 2419 0,'0'0'156'0,"0"-1"-58"0,0 1-67 0,0-1 21 16,1 0-31-16,0 1-21 0,0 0 4 0,20-7-3 15,-13 7-1-15,4 0-4 0,0 0-8 16,2 0-29-16,1 0 22 0,2-2-115 0,-2 2-161 0,0-2 107 16,-1 1-92-16,-2 1-122 0</inkml:trace>
  <inkml:trace contextRef="#ctx0" brushRef="#br0" timeOffset="207134.86">18321 1445 2108 0,'-1'2'87'0,"2"2"40"16,2-2-58-16,1 0-42 15,3 0 6-15,6 0-10 16,0-1-20-16,3-1 10 0,5-4-138 0,4 0-261 16,2-1 179-16,6-1-128 0,1-1-197 0</inkml:trace>
  <inkml:trace contextRef="#ctx0" brushRef="#br0" timeOffset="207732.88">19153 1276 2284 0,'-16'0'46'0,"1"4"-13"0,1 1-3 0,-6-5-9 15,3 7 8-15,-1 3 11 0,0 1-18 0,-1 3 3 0,-1 1-5 16,0 1-2-16,-2 1 3 0,5 5 9 15,-2 2-16-15,5-1-8 0,2-1 4 0,3 0-3 16,5-1-4-16,4-1 0 0,3-2 1 16,5-2 2-16,3-5-2 0,4-4 4 0,1-1 4 0,4-6-2 15,2-1 2-15,0-5 1 16,0-5 1-16,0-2-1 0,-1-1-1 0,-2-1 0 0,-1-1 1 16,-5 1 1-1,-1 2-1-15,-4 1 5 0,-1 1 4 0,-5 2-2 0,-3 1-4 0,-2 2-3 0,-6 2 6 16,-1 0-8-1,-1 3-10-15,-3 1 4 0,-4 1-4 16,0 3-2-16,2 1-1 0,-3 1 0 16,4 2-2-16,-1 0 1 0,2 0-12 0,2 2-49 15,8 0 30-15,2 2-240 0</inkml:trace>
  <inkml:trace contextRef="#ctx0" brushRef="#br0" timeOffset="208265.23">19444 1386 1809 0,'1'-4'137'0,"1"0"30"0,-1 0-48 0,-1 1-42 0,-1 0 11 16,0 0-27-16,1 3-23 0,0 0 13 15,0 0-23-15,0 0-21 0,-14 4 8 0,9 2-10 16,-3 1-7-16,-1 2-1 0,2 4 0 15,-1 0 0-15,-1 2 0 0,1 2 0 16,2 0 0-16,1 2 1 0,4 0-2 0,0-1 0 16,0-4 0-16,2 0 2 0,2-1-1 0,3-6 0 15,5 1 1-15,-4-4 3 0,4-3-1 0,2-3 2 16,0 0 2-16,0-4-1 0,3-5 2 16,1 1 2-16,-3-4-2 0,3-1 0 15,-1-1 2-15,-2 0-1 0,-1 0 3 0,-1 0 2 16,-4 1-2-16,-3 2 5 0,-2 1 8 15,-3 2-4-15,0 0 7 0,-6 1 6 0,0 2-2 16,-4 2-6-16,-2 3-2 0,-2-1 5 0,-2 3-9 16,-2 0-12-16,2 2 5 0,-3 2-8 15,0 0-5-15,4 2 2 0,1 2-3 0,0 1-13 16,6 1 7-16,0 2-159 0,3-1-271 16,6-1 192-16</inkml:trace>
  <inkml:trace contextRef="#ctx0" brushRef="#br0" timeOffset="208668.25">19678 1384 2011 0,'-5'-1'70'0,"0"-1"40"0,0 2-58 0,-1 2-50 16,0 2 8-16,-2 2-10 0,0 3-9 0,1 4 0 16,1 1 2-16,-1 4 2 0,1 1-2 0,0 1 1 15,4 1 3-15,1-3 1 0,1 0-2 16,2-2 0-16,1-3 1 0,3-4 3 0,3-1 6 16,2-3-4-16,1-3 9 0,0-1 10 15,1-4-4-15,3-2 2 0,-2-2 3 0,-1-1 1 0,0-4-2 16,-1-4-2-16,-3 0-1 0,3-1 2 15,-1 2 3-15,-4-4-2 0,2 1 3 0,-1 2 5 0,-4 0-2 16,0 1 0-16,0 2-1 0,-4 1 2 16,-3 0-5-16,1 3-7 0,-4 2 5 15,-1 0-12-15,0 2-13 0,-3 3 5 0,-3 0-1 16,0 3-11-16,1 4 0 0,-2 2 1 0,0 2 4 0,-3 2-5 16,0 3 5-1,3 2-27-15,3 0 15 0,1 2-136 0,3 0-205 0,2-2 143 0</inkml:trace>
  <inkml:trace contextRef="#ctx0" brushRef="#br0" timeOffset="208997.07">19909 1393 1995 0,'-7'8'64'0,"0"2"-63"0,0 2 5 0,1 3-8 0,0 1-6 16,2 1 2-16,2 1-7 15,1-1-6-15,1-1 4 0,2-2 1 0,3-1-1 0,2-4-5 0,1-3 22 32,3-1 23-32,2-5-14 0,0-4 22 0,1-2 21 0,1-1-6 0,1-6 4 0,-3 3 3 15,0-3 5 1,-1-4-5-16,-3 4-3 0,-3 0-1 15,0-2 1-15,-2 1-1 0,-4 2 1 0,-2 0-10 16,-3 1-10-16,-3 2 9 0,-1 1-21 0,-3 2-17 16,-2 3 7-16,-3 1-16 0,1 2-26 15,-1 3 12-15,-1 6-75 0,0 1-122 0,1 3 80 16</inkml:trace>
  <inkml:trace contextRef="#ctx0" brushRef="#br0" timeOffset="209617.19">20491 1370 2223 0,'-3'-2'128'0,"0"-1"-74"0,-1 3 25 0,-3 0-41 0,-2 1-31 15,4 3 9-15,-3 3-12 16,-1-1-6-16,-1 5-2 0,-1 2 1 0,1 1 0 15,4 2 0-15,0 0 1 0,-2 1 1 0,4-1-1 16,2 0 3-16,3-1 2 0,4-3-1 0,4-1 6 16,-2-4 5-16,5-3-4 0,4-2 4 15,1-3 2-15,3-4 0 0,3-5 0 0,-1-1-3 16,0-4 1-16,4 0-1 0,-5-2-2 16,-2 0 1-16,0 0 0 0,-5 2 1 0,-3 1 0 15,-2 1 2-15,-5 2 0 0,-4 0 0 0,0 1-4 16,-6 3-3-16,-3 0 3 0,-3 2-4 15,-4 1-7-15,-4 2 0 0,0 1 0 0,1 3-2 0,0 2-1 16,-2 0-1-16,2 1-1 16,1 2 1-16,1 2-4 0,7 0-30 0,4 2 17 0,-2 0-138 15,4-1-205-15,5 1 142 16</inkml:trace>
  <inkml:trace contextRef="#ctx0" brushRef="#br0" timeOffset="209981.33">20712 1377 1922 0,'-10'6'68'0,"2"2"-58"0,0 2 9 16,3 1-12-16,0 1-7 0,2 0 2 0,2 1 0 15,2 0 4-15,2-1-4 0,4 0 13 16,2-2 11-16,2-2-7 0,3-2 10 0,1-3 12 0,2-1-2 16,2-2-1-16,-1-4 0 15,-1-3 3-15,3 0-9 0,-4-3-5 0,0 0 3 0,-2-2-3 16,-2 0 0-16,-1 0-2 0,-4 0 3 16,0 1 3-16,-5 0 0 0,-1 0-6 0,-1 2-3 0,-4-1 4 15,-2 1-8 1,-2 1-9-16,-2 1 3 0,0 2-9 0,0 2-4 15,-3-1 1-15,-3 0-5 0,4 5-6 16,-1 0 2-16,0 5 0 0,1-2-2 0,0 2 0 16,0 2-38-16,5 2-54 0,3 2 41 0,3-2-188 15</inkml:trace>
  <inkml:trace contextRef="#ctx0" brushRef="#br0" timeOffset="210267.8">20931 1422 1570 0,'-5'7'125'0,"1"2"36"15,0 0-63 1,0 1-55-16,2 0 16 0,2 1-23 0,2-1-21 0,2 0 4 0,2 0-5 16,1-2 0-16,3-1-2 0,3-3 11 15,0-1 12-15,2-3-8 0,0-2 11 0,2-3 16 0,3-3-5 16,-1-2 0-1,-3-1 7-15,1-1 0 0,0-1-1 16,-5 1 0-16,-1-1 0 0,-3 0-9 0,-2 0 0 16,-3 1 6-16,-2 0-16 0,-2 1-13 15,-4 0 7-15,-1 2-14 0,-3 0-13 0,-3 1 5 16,-7 4-8-16,1 0-12 0,-1 4 4 0,-2 1-19 16,-1 4-47-16,1 2 28 0,-1 5-213 15</inkml:trace>
  <inkml:trace contextRef="#ctx0" brushRef="#br0" timeOffset="210708.06">21582 1314 1877 0,'3'-7'163'0,"1"-2"-39"0,0 2-14 0,2-1 0 0,-1 2-43 16,-1 3-23-16,-3 0 13 0,1 1-21 0,0 5-20 16,1 3 5-16,0-1-10 0,-1 6-4 0,-2 1 1 15,-1 1-2-15,-1 3-2 0,-3 2 1 0,0 2-1 16,-5 1-1-16,4 3 1 0,-3 1-7 0,3 3-17 15,-1-2 10-15,1-1-62 0,3 0-63 0,-2-3 43 16,2-1-140-16,0-4-171 0,6-1 92 16,-4-5-91-16,3 0-106 0</inkml:trace>
  <inkml:trace contextRef="#ctx0" brushRef="#br0" timeOffset="210915.17">21377 1415 2256 0,'-5'-1'144'0,"5"1"-67"0,0 0 21 15,0 0-39-15,0 0-26 0,0 0 10 0,14 1-15 0,-1-1-13 16,6 0 2-16,5 0-5 16,6-3-8-16,6 0 5 0,7-3-82 0,2 0-119 0,6-1 85 0,3 1-66 15,0 0-101 1</inkml:trace>
  <inkml:trace contextRef="#ctx0" brushRef="#br0" timeOffset="211594.44">22221 1317 1718 0,'1'-7'170'0,"-1"-3"-42"0,1 2-12 0,-1 3 3 0,-1-6-47 0,1 3-30 0,-4 4 16 16,-3-3-26-16,-1 5-23 0,1 2 6 15,-1 0-10-15,1 2-7 0,-3 4 0 0,-1 0-1 16,3 0-2-16,-1 5 0 0,0 0-1 0,1 0 0 16,0 0 1-16,-1 1-1 15,3-2 2-15,2 2-2 0,1 1 2 0,2-3 3 16,2-2-1-16,1 1 2 0,3-1 3 0,1-1-1 16,3 0 2-16,-1-2 5 0,4-1-3 0,0 0 2 15,1 0 0-15,1-2 0 0,1 1-2 16,-1-1-1-16,3 0 1 0,1 0-2 15,-3 1-3-15,0-1 2 0,0 2-3 16,-4-1 0-16,0 2 1 0,-1 1-1 0,-6 1-1 16,-1-1-1-16,-3 3 2 0,-1 0 2 0,-4-1-1 15,-1 3 1-15,-2-1 2 0,1 1 0 16,-4 1-1-16,-2-1 1 0,1-3-1 0,-3 3 0 16,1-3 2-16,0-1-2 0,-4-1 0 0,-1-3-1 0,1-1 2 15,0 0-4-15,0-2-8 16,2-3 5-16,0-1-39 0,0-2-49 15,4-1 35-15,-1-1-129 0,1-1-200 0,6-3 120 0,1-1-105 16,3 0-125-16</inkml:trace>
  <inkml:trace contextRef="#ctx0" brushRef="#br0" timeOffset="211761.91">22158 1326 2016 0,'5'-7'157'0,"1"1"-69"0,1-1 18 0,3 0-36 0,0 0-26 16,1 1 9-16,4-1-20 0,0 1-14 0,5 1 6 0,0 1-9 15,-2-5-10-15,2 6 2 0,2 0-17 16,2 0-45-16,-3 0 28 0,3 3-168 0,-4 0-208 0,2 0 143 16,1 0-127-16,-4 2-175 0</inkml:trace>
  <inkml:trace contextRef="#ctx0" brushRef="#br0" timeOffset="212105.75">22504 1325 1411 0,'-3'2'137'0,"-1"4"22"16,-1 1-40-16,-1 1-51 0,0 2 16 0,-1-1-32 0,1 2-25 0,-1 2 9 15,0 3-14-15,1-2-14 0,2 2 4 16,0 1-5-16,0-1-4 0,4 1 1 0,0 0 0 0,1-3-1 15,3-1-1-15,1-1 4 16,2-1 4-16,2-4-3 0,2 0 7 16,1-4 7-16,2-2-3 0,4-2 1 15,-2-1 2-15,2-4 2 0,2-1-5 0,-1-3-4 0,-2-4 1 16,-1 1 0-16,-2-2 0 16,-1 2-2-16,-3-5 5 0,-1 3 5 0,-5-2-2 0,-2 1 1 15,-1 2 4-15,-1-1-1 0,-5 2 0 16,-5 0-2-16,3 1 1 0,-7 3-5 15,1 2-6-15,-3 1 4 0,-2 2-7 0,-1 2-7 16,0 2 3-16,1 5-6 0,-1-1-3 16,4 3 0-16,1 1-1 0,3 2-28 0,5 1 15 15,3 2-176-15,4 0 152 0,4-2-26 16,2 0-44-16</inkml:trace>
  <inkml:trace contextRef="#ctx0" brushRef="#br0" timeOffset="212475.56">22800 1370 1551 0,'-1'0'45'0,"0"0"28"15,-10 10-35-15,8-2-38 0,0 1-1 0,0 3-2 16,0 0 3-16,0 3-1 0,3 1-2 15,0 0 0-15,2 1 0 0,2-3 5 16,2-1 12-16,1-1-8 0,4 0 31 0,1-5 29 0,3-3-18 16,0-2 11-16,2-3 18 0,3-4 6 15,3-2-20-15,-3-2-19 0,-1-2 12 0,0-2-18 16,-1 0-13-16,3-2 1 0,-5 2 2 16,-4-1 4-16,-1 1-4 0,-4 0 9 0,1 1 7 0,-1 1-3 0,-6 0-3 15,-5 1-2-15,-2-1 5 0,3 2-10 16,-6 1-14-16,0 2 6 0,-6 0-12 0,0 1-9 15,1 5 4-15,-4 0-6 0,-2 3-3 0,0 1-2 16,-4 2 0-16,3 2 0 0,1 2 1 16,0 3-38-16,1-2-85 0,6 3 58 0,4 1-38 15,6 0-63-15</inkml:trace>
  <inkml:trace contextRef="#ctx0" brushRef="#br0" timeOffset="213091.79">23614 1338 1651 0,'2'-5'173'0,"-2"3"-63"0,-1-2-4 0,-1 4 8 0,-3-2-54 0,0 1-33 0,-3 1 10 16,-1 2-13-16,-2 0-9 0,-2 2 1 0,-2 1-2 15,-1 0 1-15,2 5 0 0,-4 1-1 0,3 1-1 16,-1 1 1-16,1 1-4 0,2 1-4 16,2-1 3-16,4 0-3 0,3 1 0 0,5-1-1 15,5 0 3-15,4-1 4 0,3-5-3 0,5-3 3 16,5-1 2-16,3-3 1 0,3-3-4 15,3-3-2-15,-2-3 1 0,3-4-3 0,-2 1-3 16,-3-1 0-16,2 0 1 0,-5 0 0 16,-4-1 0-16,-5 2 4 0,-1 0 6 0,-4 2-3 15,-5 0 2-15,-3 0 2 0,-6 1 1 0,-4-2-6 16,-1 3-6-16,-5 0 5 0,-1-1-7 0,-5 1-3 16,1 0-2-16,-2 4-1 0,-2 0 0 0,-1 2 0 15,-2 0-2-15,1 1 0 0,2 3 1 16,0 1-2-16,2 3 0 0,4-1 0 0,3 2-41 15,4 0-68-15,6 1 49 0,3 2-282 16,4-1 265-16,5-1-78 0,5-1-103 0</inkml:trace>
  <inkml:trace contextRef="#ctx0" brushRef="#br0" timeOffset="213426.79">23911 1399 1815 0,'-6'3'59'0,"0"2"30"0,1 1-38 0,-1 1-47 15,1 1 5-15,3 3-7 0,0-1-2 0,0 2-1 16,2 0 1-16,2 0 2 0,2 1-1 0,2-2 10 16,1-2 10-16,3 1-6 0,2-2 15 15,3-1 12-15,0-4-4 0,4-1 0 0,-1-3 4 0,1-2 4 16,2-3-10-16,1-2-9 15,-3-3 4-15,-1-1-6 0,-2 2 0 0,-4-3-1 16,0-1 10-16,-4 0 8 0,-2 0-6 0,-3 0 4 16,-1 1 7-16,-4-1 3 0,-2 0-8 15,-1 0-10-15,-4 1 6 0,-1 1-14 0,-3 3-14 16,0 1 7-16,-6 0-10 16,4 4-11-16,-2 0 4 0,-1 3-8 0,2 1-4 0,-1 5 1 0,0-1 3 15,2 5-2-15,5 0-2 16,0 2-66-16,3 1-81 0,2 1 64 0,4 2-51 0,2-2-82 15</inkml:trace>
  <inkml:trace contextRef="#ctx0" brushRef="#br0" timeOffset="213806.54">24278 1405 1753 0,'-4'0'30'0,"0"3"32"15,0 1-37-15,0 3-36 0,0 2-1 0,0 1 2 16,2 1 8-16,-1 1-3 0,3 1 18 0,2-1 18 0,2-2-12 16,2 0 30-1,2-2 29-15,3-1-13 0,1-4 6 0,3-2 8 0,2-2 7 0,2-2-20 16,1-1-20-16,-2-4 11 0,1-2-18 15,-1 0-14-15,-7-1 2 0,5-1 6 16,-2 1 3-16,-4-1-6 0,-4 0 5 0,2 0 7 0,-5 0 1 16,-2 0-7-16,2 1-8 0,-13-1 6 15,0 1-13-15,-2 0-13 0,-4 2 5 16,-6-2-9-16,1 1-7 0,-8 4 2 0,-2-1-4 0,-1 4-2 16,-9 0-1-16,-1 3-11 15,2 3-8-15,1 3 7 0,0 3-67 0,7-1-97 0,6 4 65 0,3 3-52 16,8 1-75-16</inkml:trace>
  <inkml:trace contextRef="#ctx0" brushRef="#br0" timeOffset="-214723.22">18751 1949 620 0,'-7'-2'93'0,"1"0"-8"0,0-1 1 0,5-2 13 0,-4 2 7 0,0 1-9 16,3 2 1-16,2 0-16 16,0 0-7-16,0 0 10 0,1 0-15 0,8-4-16 0,1 1 4 0,2-4-3 15,4 1-6-15,2-1 1 16,8 3-4-16,6 2 1 0,1-2 3 0,4 0-7 0,4 3-7 0,5 1 4 31,4 0-2-31,4 2-6 0,3 0 2 0,1-1-8 16,5 5-3-16,1 0 3 0,7-4-6 15,-3 3-7-15,2 0 2 0,5-2-4 0,-2-2-2 16,5 2 0-16,6-2-1 0,-1-2 1 0,1 1 0 16,10-2-1-16,-2 0-1 0,4-1 1 15,6-1-2-15,-4-3-2 0,2 3 2 16,7 0-3-16,-5-1-1 0,-3 4-1 0,8-2 2 16,-6 2-2-16,-1 1 1 0,4 2 0 15,-6 1 3-15,-2 0-1 0,3 1 4 0,-5-1 3 16,0-1-2-16,6 4 0 0,-6-3 2 0,0-1 1 15,8 0-3-15,-5-2-3 0,4 0 2 0,7-1-2 16,-4-1-2-16,-2-3 1 0,10 0-1 0,-4 1 0 16,-5-2 0-16,9-1-1 0,-2 1-1 0,-5-1 1 15,4-1-1-15,-3 1 1 0,-2 2-2 0,-2-1 0 16,-1-1 1-16,-10 3 0 0,1 0-2 16,-10-1-1-16,-1 4 1 0,-5-2-42 0,-13 1-78 0,-4 1 54 15,0 1-38-15,-6 0-61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5-07T16:37:15.18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3644 4630 1167 0,'-5'-2'223'0,"2"1"-218"0,1 0 126 0,0-1 169 16,2 2-122-16,0 0-62 0,0 0-3 15,0-1 12-15,0 0-45 0,-4-25-38 16,11 22 9-16,1-4-18 0,3 2-10 0,2 1 4 0,4 2-10 15,1-1-9-15,0 1 4 0,2-2-5 16,-1 2-5-16,0 0 1 0,-2 3-3 16,-1-2-1-16,-4 2 0 0,1 2 0 15,-3 0-6-15,-4 2 3 0,-1-1 0 0,-3 0 1 16,-2 3-1-16,-1 1 3 0,-1 0 2 0,-5 0-1 16,1 2 3-16,-2 0 0 0,-1-1 0 15,0 3-2-15,-1-2-1 0,-1 1 0 0,1-1 0 16,3 2 0-16,-1-2-2 0,0-1 1 15,2 0 1-15,0-1 0 0,2 0-2 16,2-2-1-16,0 0 2 0,1-3 0 0,2 0 1 16,3 0-1-16,2-2 0 0,0-1 2 0,0 0 1 15,1-1-1-15,3 0 0 0,-1 0 0 0,1 0-1 16,0 1-1-16,0 1 0 0,-1 0-1 16,0 0-1-16,1 1 1 0,-2 2 0 0,2 0-2 0,-2 0 1 15,-2 2-2-15,0 0 0 0,2 1 1 0,0 2 1 31,-1 0-2-31,-1 1 0 0,-2 2 0 0,2-1 2 0,0 1-1 16,-2 1 1-16,-1-1 1 0,0-1-1 0,-2 2 3 16,1-2 0-16,-2 0 1 0,0 1 2 15,0-3 4-15,-2 0-1 0,-3 0 4 16,2-2 5-16,-3 0-3 0,0 0 3 16,0-2 4-16,-3 0-1 0,1-2 1 0,-2 1 0 0,0-2 0 15,-1 0-3-15,-1-1 0 0,0-2 2 16,-3-1-3-16,2 2-4 0,-2-2 2 0,-2 0-3 15,2 0-2-15,-2-1 1 0,-1 0-1 16,2 1-4-16,0 0 1 0,1 0-4 0,3 0-10 0,2 1 5 16,1 0-69-16,3 1-94 15,6 1 65-15,0 0-53 0,0 0-79 0</inkml:trace>
  <inkml:trace contextRef="#ctx0" brushRef="#br0" timeOffset="1097.95">4282 4660 978 0,'-2'-3'249'0,"-1"1"-30"16,2 2-34-16,-4-1 34 0,3 0-79 16,-1 1-50-16,0 0 30 0,-2 1-48 15,1 1-39-15,1 2 12 0,-2 3-18 0,2 1-9 16,-3 3 1-16,2 2-3 0,0 2-4 0,4 2 2 0,-1 1-3 16,1 0-4-16,3-1 2 15,1 0-2-15,2-3 0 0,1-1-1 0,0-3 5 16,2-2 3-16,2-3-3 0,2-3 4 15,2-2 5-15,0-1-1 0,3-4-1 16,0 0-3-16,1-3 3 0,0 0-5 0,-1-3-3 0,-3-1 1 0,1-1-1 16,-2 0 0-16,-4-1-1 15,-1 0 4-15,-2 0 3 0,-4 0-2 0,0 0 2 0,-3 1 1 16,-4 0 1-16,-1 1 3 16,-2 2 3-16,-2-1-2 0,-2 1 1 15,-1 2 4-15,-2 2 0 0,-2 1-7 16,-1 0-5-16,-2 2 5 0,1 1-9 0,2 2-10 0,-1 0 4 0,3 3-6 0,0 1-5 15,3 2 2 1,2 4-31-16,1 0-87 0,5 2 56 0,4 2-36 16,5-3-54-16</inkml:trace>
  <inkml:trace contextRef="#ctx0" brushRef="#br0" timeOffset="1998.55">4657 4583 1570 0,'-6'-5'237'0,"2"2"-112"0,1 1-79 0,-3-1 105 0,0 0-32 0,1 0 24 16,0 3-41-16,1-1-45 0,0 0 15 0,-1 0-31 16,2 1-23-16,3 0 10 0,0 0-17 0,0 0-12 0,-8 10 1 15,7-4 0-15,1 2 0 0,4 2-4 0,-2 2 3 16,4 1 2-16,1 2 2 0,0 0-1 16,5 2 0-16,-2 0-1 0,0-1 0 0,-1 1 0 15,2 0 0-15,0 0 1 0,0 0 1 0,-2-3-1 16,0 0-2-16,-1-1 2 0,-1-2 0 15,-1 2 1-15,-2-4 1 0,-2-2-1 0,-1-1 4 16,-2-1 3-16,-2 0 0 0,-1-3-1 16,-1 0 4-16,-3-2 1 0,-2-1-3 0,1-1 0 15,-3 0 0-15,-2-2-1 0,2 2-3 16,-2-1 1-16,1-1-2 0,-1-1-1 0,2 2 0 16,1-1-2-16,0 0 1 0,2 0-1 0,1-1 2 15,1 0 0-15,1 1 0 0,2-1-2 0,1-1-1 16,2 1 3-16,1-1-6 0,0-1-6 0,3 1 2 15,1-1-1-15,2 1-2 16,2-3-1-16,3 0 1 0,1 0 3 0,2-1-1 16,4 0 3-16,-2-1 1 0,1-1 0 0,2 2-1 15,0 0 2-15,-3 0 0 0,1 1 1 16,-2 1-1-16,-2 0 0 0,0 1 1 0,-4 0 3 0,-1 2-1 16,-2-1 4-16,-2 2 3 0,-3-2-2 15,0 2 0-15,-4 0-1 0,-2 0 3 0,-1 0-3 16,-3 1-4-16,-2-1 2 0,-2 1-3 15,-1 0 1-15,-1 1-1 0,-1 1 0 16,-2 0-1-16,3-1 1 0,-1 2-1 0,3 0-1 0,1 0 0 16,3 1-22-16,1 0-65 15,4 2 42-15,4 2-296 0,4 0 264 0,6 1-64 0,2 0-90 16</inkml:trace>
  <inkml:trace contextRef="#ctx0" brushRef="#br0" timeOffset="2531">4876 4630 841 0,'0'0'305'0,"0"0"-55"0,0 0-51 15,0 0 62-15,0 0-126 0,0 0-52 16,-1 0 29-16,-8 15-40 0,6-6-33 16,-1 4 2-16,-1 1-8 0,0 2-4 0,2 1 4 15,3 1-7-15,1 0-5 0,-1-4 2 16,4 2-3-16,2-3-2 0,2-3 0 0,4 0 0 0,1-5 2 16,0-2-1-16,2-2 0 15,3-1 1-15,1-3 0 0,0-3-2 16,0-4-2-16,0-1 2 0,-1-1-3 0,-3-1-2 0,-1-3 1 15,-3 0 3-15,-2 0 2 0,-4 2-2 16,-1-2-2-16,-4 1 2 0,-4 1 3 0,0 2-6 16,-5 0-6-16,-2 3 4 0,-3 2-6 15,-2 1-5-15,-2 2 2 0,-2 3-1 0,0 1-2 0,-3 1 0 16,1 4-1-16,1 1-2 0,1 1 1 16,2 3-83-16,2 0-182 0,5 2 124 15,3-2-84-15,5-2-134 0</inkml:trace>
  <inkml:trace contextRef="#ctx0" brushRef="#br0" timeOffset="3164.23">5652 4699 1388 0,'0'-8'256'0,"-1"3"-251"0,-9-16 132 0,8 16 215 0,-1 0-175 15,0 2-60-15,-2 1-2 0,-1 0 12 0,1 2-54 16,-3 0-37-16,1 4 13 0,-4-2-19 15,2 4-14-15,-2 2 3 0,1 3-10 16,-2 1-1-16,3 2 1 0,0 2-4 0,2 0-4 0,3-1 0 16,2 1-1-16,2-3 2 0,6 0 1 15,4-1 1-15,3-4 5 0,0-3-3 0,4-2 4 16,3-3 2-16,2-2 2 0,3-3-5 16,-1-4-1-16,1-3 2 0,-1-2-3 0,1-1-4 15,-2-1 1-15,-3-2 0 16,-2 1 4-16,-5 1-3 0,-3-1 1 0,-4 3 3 0,-2 1-1 0,-4 1-1 15,-1 2-3-15,-5 2 3 0,-3 1-6 16,-1 3-2-16,-4 0 1 0,-2 3-1 16,-2 1-1-16,-3 1-1 0,1 3 1 15,-2 0 1-15,0 2 0 0,2 2-1 0,1 2-1 16,4-1 1-16,2 2-2 16,3 1-14-16,4 1 8 0,2 0-102 0,4 0-120 0,5-1 90 0,6-2-77 15,5-4-111-15</inkml:trace>
  <inkml:trace contextRef="#ctx0" brushRef="#br0" timeOffset="3547.08">5898 4623 1909 0,'-5'-1'170'0,"-1"1"-26"0,0 0-31 0,0 0 24 15,-1 0-47-15,2 3-52 16,0 2 22-16,1 3-30 0,-1 2-26 0,1 2 3 16,1 1-4-16,2 2-3 0,1 2 0 0,2-1 0 15,1-1 0-15,4-1 0 0,1-1 4 16,2-2 3-16,3-2-2 0,0-3 3 0,2-1 3 0,0-4-1 16,1-2 3-1,0-1 0-15,-1-4 0 0,1-1-1 0,-1-3 0 0,0 0 1 0,-1-1-1 16,-3-1-1-16,0 0 1 15,-1-1 1-15,-1 1 3 0,-3-1-2 0,-2 1-1 0,-4 1 1 0,0 1 1 16,-4-2-4 0,-1 4-5-16,-4 0 1 0,0 0-3 0,-3 2-4 15,-1 2 0-15,0 1 0 0,-3 1-2 0,1 2 0 16,-2 1-1-16,1 1-2 0,-2 2 2 16,3 2-2-16,0 1-2 0,2 0 1 0,3 3-30 15,2 0-74-15,3 1 49 0,1 1-358 16,4-1 322-16,0-4-77 0,5-1-113 15</inkml:trace>
  <inkml:trace contextRef="#ctx0" brushRef="#br0" timeOffset="3947.48">6192 4609 1097 0,'0'0'181'0,"0"0"-28"0,0 0-23 0,-12 12 38 0,7-4-77 0,-1 4-15 16,0 3 9-16,0 3-17 0,1 1-23 0,0 2 9 15,2 1-18-15,2-2-13 0,1-2 5 16,5-2-3-16,1-2-2 0,3-4-2 0,3-2 9 15,4-3 6-15,1-4-4 0,4 0-2 16,0-4 2-16,0-3 5 0,2-3-8 16,-2-1-11-16,-2-3 4 0,0-2-3 0,-5 1 2 15,-3-2-2-15,-4-2 9 0,0 4 10 0,-6-1-6 16,-2 0 3-16,-1 3 9 0,-4 2 1 0,-5-1-8 16,1 2-9-16,-2 2 6 0,-4 0-15 15,-2 3-12-15,-1 2 7 0,-7 1-15 0,0 3-40 16,0 4 20-16,-1 3-155 0,0 3-315 15,6 0 209-15,7-1-152 0,6-1-220 0</inkml:trace>
  <inkml:trace contextRef="#ctx0" brushRef="#br0" timeOffset="4978.92">3704 6107 1293 0,'3'-5'85'16,"-10"-16"28"-16,13 18 12 0,0-3 125 0,-1-2-140 15,4 2-8-15,-1-1 10 0,5 1-24 16,0 0-20-16,2 1 16 0,-2-1-26 0,0 2-30 16,2 0 9-16,-5-1-12 0,2 2-14 0,-3 0 4 15,0 3-9-15,-4 0-4 0,-1 0 1 16,-2 1 4-16,-1 2-3 0,-1-1-2 0,-5 3 1 15,1-2 5-15,-2 2 0 0,1 1-3 16,0 0-2-16,-3 1 2 0,-1 0-3 16,2 0-2-16,2 2 0 0,0-1-1 0,0-1-2 15,3 0 1-15,0 1-1 0,2-2 1 0,0-1-1 16,2 1 2-16,0-3 1 0,4 0 0 16,-2 1 1-16,-1-2 2 0,2-1-1 0,1 1 0 15,-1-1 0-15,4 0-1 0,-2 0 0 0,1 0-1 0,3 2 0 16,-1 0-1-16,1 0-2 0,0 1 2 15,1 2-2-15,-4-1 0 16,2 3 0-16,-2-1 1 0,1 2-1 0,-1 0 0 0,-2 2 0 16,0-1 0-16,-2 0 0 0,0 0 2 15,-2-1 1-15,0-1 0 0,-2 0 3 0,-1-1 7 16,-2-2-3-16,-1 1 6 16,0-2 6-16,-3 0-2 0,0 0 6 0,-4-3 6 0,0 2-2 0,-3-2-2 15,2 1 2 1,-4-2 2-16,0 0-6 0,0 0-5 0,0-2 3 0,0 2-6 15,2-4-5-15,0 2 3 16,-2-3-7-16,2 1-15 0,4 1 9 0,0-1-101 16,2 1-150-16,4 1 104 0,4 2-83 0,0 0-122 15</inkml:trace>
  <inkml:trace contextRef="#ctx0" brushRef="#br0" timeOffset="5775.92">4327 5985 1170 0,'-3'-4'251'0,"1"0"-26"0,0 3-27 0,0-2 41 0,2 3-105 0,0 0-32 0,0 0 30 16,0 0-48-16,0 0-46 0,0 1 14 0,-5 14-21 16,6-7-10-16,1 3-1 0,2 2-3 15,0 1-3-15,2 3 3 0,1 1-6 16,1-1-5-16,1 2 1 0,-1 0-2 0,2-1-2 15,-1 0 1-15,1-2-2 0,-1 0 1 0,0-3-1 16,0 0 2-16,0-3 1 0,-3-2-1 16,0-1 0-16,-2-2 1 0,0 0 1 0,-2-2 3 15,-2 1 2-15,0-4-2 0,0 0 0 16,-9 0 1-16,1-2 2 0,0 0-2 0,-2 0-4 16,-2-1 1-16,-2-2-2 0,-1 1-2 0,2 0 0 15,-1-1 0-15,0 0 0 0,1 1 0 16,1-2-1-16,1 0 2 0,4 2-1 15,-1 0 1-15,1-1-1 0,3 2 1 0,0-1-2 16,3 0-3-16,1-1 2 0,1 0-4 16,2-1-5-16,1 0 2 0,3-4-1 0,2 2 0 15,2-2-3-15,1 0 3 0,1-1 5 0,2 1-2 16,2-1 1-16,0 0 3 0,1 0 0 0,1 0 1 16,-1 0 0-16,-3 0 1 15,1 0 2-15,-2 1 1 0,-4-1 0 0,-1 2 3 16,-2-2 4-16,-5 2-2 0,-1 0 1 15,-2 1 1-15,-3 1 1 0,-4 0-4 0,-1-1-5 0,-3 2 3 16,-4 1-3-16,0 0-4 0,-1 3 1 16,-3 1-2-16,2-1-1 0,0 2 1 15,1 1-3-15,2 2-2 0,1 2 2 0,2 1-8 16,3 0-24-16,3 3 15 0,3 0-121 16,3 2-139-16,3 0 100 0,5 1-88 0,3 0-125 0</inkml:trace>
  <inkml:trace contextRef="#ctx0" brushRef="#br0" timeOffset="6410.2">4666 6013 1116 0,'3'-13'250'0,"1"0"-40"15,1 2-28-15,-2 0 59 0,0-1-121 16,-1 3-6-16,-2-2 14 0,0 2-32 0,0 1-31 0,-3 2 16 0,-1 1-30 16,-1 1-25-16,-2 2 9 15,-3 0-15-15,1 2-15 0,-2 2 6 16,0-1-8-16,-2 2-5 0,3 1 1 0,-1 1-3 16,1 1-2-16,3 1 1 0,-1 2 0 15,1 0-3-15,4 0 1 0,1 2 0 16,-3-3 0-16,4 1 0 0,2 0 2 0,1-1 1 15,4 0-1-15,0-1 5 0,1-2 3 0,2-1-2 0,5 0 2 16,-1-2 4-16,1-2-1 0,0 0 2 16,-2 0 0-16,0-4 0 0,-1 1 0 0,-2-2 3 0,-2 0 0 15,-1-1 1 1,0 0 2-16,-5 0-1 0,1 1 0 0,-1 0 0 0,-1-1 1 0,-2 2-2 31,-1 0-1-31,-1 0 0 0,1 2-4 0,-1-1-4 0,-2 1 4 0,1 2-5 0,0 0-3 0,1 1 0 31,0 2-2-31,1 1-2 0,0 1 1 0,1 2 0 16,1 0-1-16,1 2 0 0,1 2 1 16,3 0 1-16,0 2-1 0,1 2 1 0,2-1 2 0,2 2-1 15,1 2 1-15,1 1 1 0,0-2-1 0,-1 0 1 16,2 0 0-16,-3-3 0 0,1 1 1 16,-4-2 0-16,0-4 0 0,-3 0 1 0,0 0 2 15,-3-3-2-15,0-1 5 0,-3-1 2 0,0 0-1 16,-3-2 2-16,0 0 2 0,-4-1 1 0,-1-1-1 15,-1 0-2-15,-2 0 2 0,-1 0-1 16,0-3-1-16,-1 2 1 0,1-2-2 0,2 1 1 16,0-1-1-16,0-1 0 0,3 0-2 15,1 1 1-15,1-1-2 0,-1-1-3 0,1-1 2 16,1 3-32-16,3-2-49 0,1 3 35 0,3 2-107 16,0 0-148-16,3-6 86 0,7 6-82 15,2 0-91-15</inkml:trace>
  <inkml:trace contextRef="#ctx0" brushRef="#br0" timeOffset="6775.28">4846 6087 1726 0,'0'0'144'0,"0"0"-20"0,0 0-18 0,-6 11 23 15,5-4-53-15,-2 2-25 0,1 2 12 0,-1 3-20 16,0-1-27-16,4 3 10 0,2-2-12 16,2 0-5-16,2-3-1 0,0 0 2 0,4-3 1 0,4-1-1 15,1-2-2-15,-1-4-3 0,2-1 3 16,3-1-4-16,-1-3-3 0,1-4 0 16,-1-3 0-16,-3-2 1 0,-1 0-2 15,0-2 3-15,-4 1 4 0,-3-2-1 0,-2 2 4 0,-4 0 4 16,-2 2-2-16,-4-1 8 15,-2 1 10-15,-4 3-5 0,-2-1 3 0,-2 3 5 0,-4 0 1 16,1 1-10-16,1 3-10 16,-2 3 9-16,-2 0-12 0,3 4-11 0,1 3 0 0,0 2-2 15,3 2-27-15,1 3 13 0,2 2-299 16,3-3 251-16,6-1-40 0,4-3-62 16</inkml:trace>
  <inkml:trace contextRef="#ctx0" brushRef="#br0" timeOffset="7387.39">5659 6041 1100 0,'2'-3'213'0,"-2"-1"-209"0,0 1 132 0,0-1 152 0,-4 1-103 0,-5-13-49 0,6 14-6 16,-1 1 15-16,0 1-54 0,-2 0-42 15,-1 2 17-15,-1 1-22 0,1 2-21 0,-2-1 4 0,0 4-4 16,-2 0 0-16,2 2-1 0,-3-2-2 15,4 1-2-15,0 3 3 0,3 3-4 0,1 0-6 0,2-1 3 16,3 1-4-16,1-2 0 0,5-1 0 16,1-2 4-16,3-1 3 0,2-4-3 0,2-2 3 15,2-3 3-15,2-5 0 0,6-3-2 16,-2-3-3-16,1-2 2 0,2-4-4 16,-1 0-1-16,-2 0 0 0,-1-1 0 0,-3 2 1 0,-5 1-1 15,-3 1 3-15,-4 2 1 0,-5 2 0 16,-1 0-8-16,-6 3-2 0,-4 1 4 0,-2 1-6 15,-4 3-7-15,-1 0 1 0,-4 2-2 16,0 2 1-16,-3 2-2 0,2 0 3 0,0 3-1 16,1 0 1-16,1 3-2 0,2-1 0 15,2 2 1-15,5 0-17 0,4 0-53 0,2 0 34 16,3 1-156-16,8 0-239 0,8-5 157 0,6-2-132 16,2-4-178-16</inkml:trace>
  <inkml:trace contextRef="#ctx0" brushRef="#br0" timeOffset="7739.58">5919 5987 1315 0,'-8'1'257'0,"0"0"-116"0,1 2-66 16,-1 0 228-16,1 1-228 0,0 2 7 0,0-1-22 15,1 3-29-15,2 0 14 0,1 0-21 0,1 2-18 16,2 0 4-16,3 1-5 15,1-1 0-15,3 0-1 0,1 2 1 0,1-3 2 0,1 0-1 0,2-1 1 16,1-2 2-16,1-3-1 0,1 0 6 16,-2-3 5-16,0-2-3 0,2-2 2 0,-3-3 7 0,2 0-1 0,-1-3 1 15,-2 1 0-15,-2-2 1 16,3 1 0-16,-4 0 4 0,-2-1-1 16,0 2 0-16,-3-1 3 0,-3 2 1 15,-3-1-3-15,0 1-4 0,-6 0 4 0,1 1-7 0,-2 1-4 0,-1 0 2 16,-3 1-8-1,1 1-6-15,-2 2 4 0,0 1-6 0,0 2-7 0,0 3 2 0,1-1-5 16,0 3-2-16,3 1 0 16,2 2-54-16,3 0-103 0,2 2 70 0,4 0-51 0,3-2-77 15</inkml:trace>
  <inkml:trace contextRef="#ctx0" brushRef="#br0" timeOffset="8040.15">6225 6010 1915 0,'-6'9'171'0,"-1"2"3"0,1 0-16 0,0 1 12 0,3 1-61 16,-1 0-22-16,3 0 32 0,1 0-47 16,4-1-42-16,4-1 7 0,4-3-14 0,1-2-4 15,5-2 1-15,2-4-2 16,-1-2-5-16,3-4 3 0,1-2-5 15,-1-3-3-15,-3 0 2 0,2-2-2 16,-4-1 0-16,-3 2-2 0,-1 0 1 0,-5 2 1 0,-4-1 0 16,-4 1-3-16,-5 1-3 0,-4 1 3 15,-3 1-3-15,-1 0-2 0,-4 0 0 16,-1 2 0-16,-1 1-2 0,-4 1 1 0,-2 3-1 16,0 0-4-16,0 2 1 0,-1 3-55 15,3 1-131-15,2 4 88 0,7 0-59 0,5 0-90 0</inkml:trace>
  <inkml:trace contextRef="#ctx0" brushRef="#br0" timeOffset="9121.37">3855 7471 1266 0,'1'-5'274'0,"3"2"-134"0,-2-2-137 0,4-3 122 0,-2 4 17 0,-1 0 162 0,-9-16-183 0,9 18-15 16,-3 2 6-16,0 0-31 0,0 0-23 0,0 0 21 16,0 0-35-16,0 0-33 0,-1 0 7 0,-9 5-8 15,6 1-7-15,0 2-1 0,-3-1 0 0,3 5 3 16,-2 5 1-16,3 3-1 0,-1 2 1 0,-1 2-1 16,1-1-3-16,1 2-1 0,2-1 2 0,1 0 0 15,-2-3-2-15,1-3 1 0,0-5-2 16,5-1 3-16,-2-4 1 0,1-3 2 0,-1-1 5 15,1-3-4-15,1-1 2 16,0-1 3-16,0-2 0 0,-3-2-1 0,0 0-3 0,-1-2 2 16,0 0-4-16,1 1-2 0,-1-1 1 15,0 0-1-15,-3 2-2 0,3 0 0 0,0 1 0 16,0 0-1-16,0 1 0 0,-1 0-1 16,0 0-5-16,1 0 3 0,3 0-3 0,1 2-1 15,1-1-1-15,2-1 2 0,0 2 0 16,2-2-3-16,4 1 6 0,-1 0 1 0,0 1 0 15,0-2 0-15,0 1 1 0,-1 2-1 0,0-1 1 16,-2-1-5-16,-2 2 3 0,-1 0-42 16,-2 0-38-16,0 0 29 0,-3 1-62 0,0 1-92 15,-2 3 40-15,-1 1-209 0</inkml:trace>
  <inkml:trace contextRef="#ctx0" brushRef="#br0" timeOffset="9374.44">3980 7493 1559 0,'-1'-5'201'0,"-1"1"-18"0,2 2-22 0,-1-1 24 0,1 3-57 15,0 0-31-15,0 0 19 0,-1 0-38 0,0 0-36 16,0 0 15-16,0 0-22 0,-11 9-17 0,10-1 3 15,2 2-8-15,-1 4-5 0,1 2 1 16,0 5-1-16,1 0-4 0,2 2 1 16,0 2-3-16,-1-1-7 0,1 2 4 0,-1-1-102 15,1-2-143-15,0-1 104 0</inkml:trace>
  <inkml:trace contextRef="#ctx0" brushRef="#br0" timeOffset="10238.98">4488 7407 1495 0,'-2'-5'273'0,"0"0"-118"15,1 2-89-15,1 3 190 0,0 0-129 0,0 0 19 16,0 0-57-16,0 0-43 0,0 0 27 16,0 0-30-16,-2 10-32 0,2-2 1 0,0 3-4 15,0 2 5-15,1 3-1 0,1 3-1 16,1 0-1-16,0 2 1 0,1 2-3 16,1-2-3-16,-1 0 1 0,2 1-2 15,1-5 0-15,-1-1-1 0,0 0 1 0,-1-4 1 0,0-2-1 16,-1-1 0-16,-1-4 2 0,0 0 0 0,-1-1 2 15,-2-4 1-15,0 0-1 0,0 0 0 16,0 0 2-16,-1 0-1 0,-12-4-1 0,6 1-3 16,-3-1 2-16,-2-1-2 0,0 0 0 0,-2-1-1 15,0 0-1-15,1-1 2 0,0 2-1 0,0-2-1 16,3-1 1-16,1 1 0 0,1 0 0 16,3 2-2-16,1-1 2 0,1 2-4 0,1-1-4 15,2 2 3-15,2-1-6 0,1-1-4 0,3-1 2 0,2 0 0 16,2 0-1-16,2 0-2 0,2-2 7 15,3 1 2-15,-2 0-1 0,1-2 0 0,1 1 4 0,-1-1 0 16,2-1 1-16,-1 0 1 0,-1 0-2 16,-1-1 2-16,0 1 1 0,0-1 0 0,-3 0 1 15,0 2 2-15,-2-1 0 0,-3 1 3 0,-3 1 4 16,-2-1-2-16,-1 1 0 0,-2 0 1 0,-4 1 1 16,-1 1-4-16,-2 1-3 0,-3-1 1 0,-1 0-3 15,-1 3-3-15,-2 1 1 0,0 0-2 0,2 2 0 16,-1 1 0-16,-1 0-2 0,2 3-1 0,1 0 0 15,1 1-1-15,2 0-2 0,2 1 1 0,1 0-12 16,4 0-30-16,2 1 19 0,2 0-124 16,4-1-170-16,3 1 110 0</inkml:trace>
  <inkml:trace contextRef="#ctx0" brushRef="#br0" timeOffset="10570.87">4608 7436 1796 0,'7'-6'162'0,"1"-1"-18"0,3 1-20 0,-2-1 16 0,4-2-36 16,2 2-26-16,2-2 10 0,1 0-16 0,2 0-18 16,-1-1 6-16,2 2-12 0,-1 1-12 0,1 1 5 15,-2 1-8-15,-2-1-13 0,-5 3 4 0,1 2-6 16,-3 2-7-16,-1 0 2 0,-4-1-3 15,0 2-3-15,-3 3 1 0,-1 2-1 0,2 0-1 16,-2 1 1-16,-1 1-2 0,-1 2-1 0,1 3 2 16,-3 1-2-16,0 2-1 0,-1 1 0 15,0 4-2-15,-1 1-1 0,-1 0 0 16,0 4-9-16,2-1-28 0,0-2 17 0,-1 0-53 16,4-2-48-16,-3-5 30 0,2-1-46 0,2-4-76 15,0-2 22-15,0-4-162 16</inkml:trace>
  <inkml:trace contextRef="#ctx0" brushRef="#br0" timeOffset="10738.01">4712 7591 1628 0,'0'0'255'15,"0"0"-115"-15,0 0-82 0,0 0 161 16,0 0-87-16,0 0 17 0,0 0-50 15,11-10-31-15,-3 7 23 0,3-2-37 0,0-1-34 16,5-1 10-16,2-1-16 16,0 0-12-16,2-1 5 0,1 0-69 0,-2 0-86 15,3 0 63-15</inkml:trace>
  <inkml:trace contextRef="#ctx0" brushRef="#br0" timeOffset="11027.61">4997 7609 1764 0,'8'-10'255'0,"1"-1"-118"15,1-2-88-15,1-1 126 0,0-2-47 16,2 0 21-16,2-3-46 0,0 0-46 16,1 1 22-16,2-2-34 0,-2 2-24 0,1-1 4 0,0 1-5 15,-2 1-3-15,-1 2-1 0,-1 0 2 0,-4 3 1 16,-2 3 0-1,-2-1 0-15,-2 4 1 0,0 3-1 0,-3 3-10 0,0 0-8 0,0 0 7 0,0 0-7 32,0 0-8-32,-7 8 0 0,5 0 0 0,-2 1 4 15,1 2-3-15,-1 2 4 0,-1 2 2 0,1 1 0 0,-2 3 0 0,3 1-3 16,-2 1 2 0,1 3-71-16,-1-2-87 0,-1 0 66 0</inkml:trace>
  <inkml:trace contextRef="#ctx0" brushRef="#br0" timeOffset="11837.37">5708 7529 1263 0,'6'-13'83'0,"3"3"61"0,-1 1 9 0,0 0 129 0,-9-13-140 15,6 15-5 1,0 3 9-16,0 0-29 0,-5 4-23 0,0 0 13 15,0-1-38-15,0 0-26 0,0 1 16 16,-9-3-21-16,4 8-25 0,-2 2 4 0,-2 4-8 16,0 1-2-16,0 4 1 0,-1 5-2 0,1 1-1 15,0 0 0-15,1 0-1 0,2-1-2 16,3-2 1-16,2 1 1 0,3-3 1 0,4-6-1 0,3-2 3 16,5-5 3-16,4-2-1 15,3-4 1-15,3-4 0 0,1-4 1 0,3-3-3 0,0-1-3 0,-1-4 1 16,-1-1-1-16,-4-2-2 15,-3 1-1-15,-2-1 3 0,-3 2 2 0,-4 0-2 0,-3 1 2 16,-2 2 2 0,-5 3-1-16,1 0-1 0,-4 2-2 0,-4 2 2 0,-1 1-2 0,-3 1-3 15,-1 4 0-15,-3-1-1 16,-1 3 0-16,-2 2-1 0,-3 2 2 0,1 2-1 0,-3 2 0 16,-3 1 0-1,2-1 0-15,4 1 0 0,-1 2-1 0,3-1-4 16,4 2 2-16,4 1-29 0,4-2-70 15,6 1 46-15,3 1-253 0</inkml:trace>
  <inkml:trace contextRef="#ctx0" brushRef="#br0" timeOffset="12212.21">6125 7430 1837 0,'-5'-4'182'0,"0"1"-26"0,0 2-25 0,0-1 29 0,-1 2-63 0,-1 1-31 15,0 3 18-15,1 1-31 0,0 3-26 0,1 1 9 16,0 4-14-16,0 1-10 0,0 1 4 16,4 2-5-16,-1-1-2 0,1 2 0 0,2-1 1 15,1-1 2-15,2-3-2 0,3 0 3 16,2-2 4-16,4-4-1 0,0-2 2 0,3-3 1 15,0-3 1-15,3-5-4 0,-1 0-2 0,2-3 4 16,-1-3-4-16,-1-1-3 0,-3 0 0 16,2-2 0-16,-4 1 0 0,-4 0 0 0,1-1 1 15,-5 1 1-15,-2 0 0 0,-1 1-2 16,-2-1 1-16,-3 2 0 0,-2-1-1 0,0 3-3 16,-2 1 1-16,-2-2-4 0,-2 3-2 0,0 2 2 15,-1 0-3-15,-3 2-3 0,0 1 1 0,-4 2-1 16,0 1-2-16,1 1 1 0,-1 3-2 15,2 1 0-15,2 1 0 0,1 3-2 0,2-1-10 0,3 4 5 16,2-1-81-16,1 1-80 0,3 0 62 0,3 1-307 16</inkml:trace>
  <inkml:trace contextRef="#ctx0" brushRef="#br0" timeOffset="12543.24">6436 7535 1389 0,'-6'7'178'0,"-1"-1"-83"0,4 1-63 16,-1 1 89-16,0 1-14 0,4-1 9 16,-1-1-21-16,3 0-13 0,2 1 10 0,3-2-13 15,0 0-8-15,5-2 1 0,0-4-15 16,1 0-6-16,1 0 9 0,3-4-16 0,-3-1-15 15,3-2 6-15,-1-2-7 0,-1-1-4 0,0 1 0 16,-1-1-4-16,-2 0-1 0,-1-2 3 0,-2 1-2 16,-2 0-4-16,-2 0 1 15,-3-1-2-15,-2 0 0 0,-4 2 1 0,0-1-3 16,-6 1-3-16,-1 2 2 0,-4 1-5 16,-1 1-3-16,-2 3 2 0,-6 1-4 0,2 2-2 0,-5 4 1 15,1 1-23-15,0 2-82 16,2 2 52-16</inkml:trace>
  <inkml:trace contextRef="#ctx0" brushRef="#br0" timeOffset="13237.5">5168 7549 979 0,'3'-2'64'0,"-9"-16"107"0,8 18 11 0,0-2 100 16,0 1-84-16,-2 1-5 0,0 0 6 0,0 0-54 15,0 0-28-15,0 0 19 0,0 0-44 16,0 0-36-16,0 0 17 0,-9 3-24 0,2 3-25 15,1 0 6-15,-1 6-12 0,1 2-4 16,2 3 4-16,-1 2-8 0,3 2-44 0,1 0 22 16,0 3-423-16,4 1 345 0,3-3-50 0,8-6-92 15</inkml:trace>
  <inkml:trace contextRef="#ctx0" brushRef="#br0" timeOffset="35294.32">7830 4615 830 0,'-4'-1'152'0,"-1"-1"-148"0,-8-15 96 16,9 16 109-16,0 1-69 0,1-1-31 0,-1 1 8 0,4 0 14 15,0 0-33-15,0 0-24 16,0 0 10-16,0 0-20 0,0 0-12 0,0 0 6 0,0 0-12 15,1 0-7-15,15-4 3 16,-10 0-8-16,4 2-5 0,-1 0 4 0,4 1-9 16,0 0-6-16,3 1 4 0,1-1-7 0,-3 0-4 15,3-1 2-15,-2-2-3 16,0 1-3-16,0 1 0 0,1 0-4 0,-1-1-11 0,-2 1 7 0,0 0-53 16,-2-1-59-16,-3 2 42 15,-1 0-134-15,-1 1-200 0,-4 1 111 0,-2 2-102 0,-2 0-116 16</inkml:trace>
  <inkml:trace contextRef="#ctx0" brushRef="#br0" timeOffset="36578.37">9929 2159 1583 0,'0'0'181'0,"0"-1"-53"16,0 0 8-16,0 0 13 0,0 1-41 16,0-1-37-16,0 1 10 0,-8 2-23 0,7 6-14 0,1 2 7 15,-2 0-13-15,2 3-12 0,0 3 4 16,1 1-10-16,3 2-5 0,-3 0 3 0,2 0-5 0,0 2-5 16,1-2 2-16,2 1-4 0,-2-1-5 15,2 0 3-15,-1-1-21 0,0-1-25 0,0-2 18 0,-1-2-57 16,-1 0-59-16,-3-3 33 15,1 0-90-15,-1-2-108 0,0-1 54 0,-2-1-56 0,-4-1-59 0</inkml:trace>
  <inkml:trace contextRef="#ctx0" brushRef="#br0" timeOffset="36808.68">9646 2220 1441 0,'-5'-6'131'16,"1"-1"17"-16,0 1 19 0,2 0-40 15,0 1-37-15,3 1 15 0,4-1-31 0,2 0-28 16,1 0 12-16,2 0-21 0,5 1-15 0,4-2 4 16,6 0-7-16,2 1-7 0,4 1 3 0,6 0-6 15,3-2-3-15,3 3 3 0,3-1-4 0,-1 1-8 16,3 1 3-16,-1 0-38 0,-1 1-58 0,-2 0 39 15,-2 1-199-15,-5 1 194 0,1 1-66 0,-1 1-77 16</inkml:trace>
  <inkml:trace contextRef="#ctx0" brushRef="#br0" timeOffset="37225">10519 2194 1474 0,'3'-6'161'0,"-2"2"-24"0,-1 1 16 0,-2 0-37 16,-1 0-26-16,-1 2 15 0,-1 0-25 16,-2 1-22-16,-1 1 7 0,-2 0-9 0,-2 1-10 15,-2 3 2-15,-2 0-8 0,-1 2-3 0,1 2 3 16,-3 2 1-16,-1 2-4 0,2 3 0 0,-1 2-5 16,0-2 2-16,2 6 3 15,1 1-10-15,0-1-11 0,4 1 6 0,3-1-8 0,2-1-12 16,4-3 3-16,3 2-22 15,8-5-25-15,3-3 16 0,6-1-48 16,5-3-61-16,2-3 32 0,4-3-94 0,1-2-124 16,1 0 66-16,1-2-63 0,-3-2-72 0</inkml:trace>
  <inkml:trace contextRef="#ctx0" brushRef="#br0" timeOffset="37510.61">10845 2152 1993 0,'3'-5'154'0,"-1"1"-21"0,-1 2 24 15,-1 2-56-15,0 0-39 0,0 0 20 0,0 0-29 16,0 0-30-16,0 0 8 0,2 10-13 15,-4-2-7-15,1 3 0 0,-2 3-1 16,0 3-5-16,0 2 3 0,-1 1-3 0,1 5-2 16,-1 0-1-16,1 2-1 0,1-1-11 0,0 0 6 15,0 0-32-15,0-2-30 0,1-1 21 16,-1-5-64-16,0 0-74 0,2-4 37 0,-2-2-135 16,2-2 211-16,0-4-104 0,3 0-74 15</inkml:trace>
  <inkml:trace contextRef="#ctx0" brushRef="#br0" timeOffset="37755.61">10689 2203 2092 0,'5'-8'118'0,"-1"1"31"0,4 0-61 16,2-1-41-16,3 2 16 0,4-2-24 16,1 2-25-16,1 0 8 0,3-1-15 0,1 2-16 15,0 0 7-15,2-1-55 0,-3 3-74 0,1 0 51 16,0 1-239-16,-4 2 238 0,-4 0-86 16,-2 1-93-16</inkml:trace>
  <inkml:trace contextRef="#ctx0" brushRef="#br0" timeOffset="37941.1">10678 2354 2356 0,'-3'2'133'0,"2"-1"-16"16,5 0 29-16,2-1-58 0,3 0-43 0,6 0 17 15,2-1-25-15,2-2-35 16,5-1 13-16,3 0-77 0,1-3-95 0,2 3 66 0,5-4-316 15,0 1 305-15,3-5-107 0,8 1-122 16</inkml:trace>
  <inkml:trace contextRef="#ctx0" brushRef="#br0" timeOffset="38257.62">11379 2319 1991 0,'0'-2'119'0,"0"1"10"0,0-1 25 0,1 0-60 16,12-23-46 0,-6 22 13-16,1 3-24 0,2-3-22 0,1 1 9 15,-2-3-15-15,4 2-26 0,0 2 11 0,3 0-95 16,-2 2-133-16,1-1 93 0,-1 0-76 16,-2-1-111-16</inkml:trace>
  <inkml:trace contextRef="#ctx0" brushRef="#br0" timeOffset="38440.41">11354 2380 2335 0,'0'0'124'16,"0"0"20"-16,9 5-45 0,0-4-40 0,1 0 17 0,5 0-31 0,-1 1-30 15,3-1 10 1,4-1-60-16,0 0-89 0,1-2 58 0,1 1-338 0,0 1 308 0,-2-1-88 15,3-4-119 1</inkml:trace>
  <inkml:trace contextRef="#ctx0" brushRef="#br0" timeOffset="39574.69">12177 2212 1874 0,'5'-10'128'0,"-1"2"0"0,-2 3 3 0,0 0 32 16,-3-3-47-16,0 3-36 0,0 2 11 0,-4-3-15 16,-1 6-50-16,1-1 14 0,-1 2-18 0,0 3-14 15,-3 4 0-15,-1 1-1 0,1 6 0 0,1 2 0 16,-1 3 0-16,-1 3 0 0,1 2 0 0,-1-2-2 16,2 2-1-16,2 0 1 0,-1-2-1 15,1-3-2-15,2-1 0 0,2-1-1 0,-1-5 0 0,3 0 0 16,-1-4-2-16,1-2-2 0,0-1 1 0,1-2 1 15,0-2 1-15,-1-2-2 0,0 0 0 16,0 0 0-16,1 0 2 0,6-8-2 0,-4 1-3 16,0-2 2-16,-2-1-2 0,1-3 0 0,0-1 0 15,-1-3-1-15,1 0-2 0,-1-2 3 16,-1-2-4-16,0 2-2 0,1-1 1 0,1 0 1 16,-1 0 2-16,0 2-3 0,0 0 4 0,2 4 5 15,-1 2-2-15,-1 0 1 0,2 4 1 16,-2 2 1-16,0 3-1 0,-1 3-1 0,0 0 1 15,0 0-2-15,0 0 0 0,0 0 1 16,0 0 0-16,0 0-2 0,0 0 1 0,0 0 1 16,-2 10 1-16,2-3-1 0,3 1 2 15,-2 1 2-15,3 1 0 0,2 0 0 0,0 1 3 0,1-2-1 16,5 0 1-16,1-1 1 0,0-4 0 16,5 0 1-16,-1-4 3 0,3 0-2 15,2-6 0-15,2 1-2 0,-2-3 2 16,3-2-2-16,-4 0-3 0,1-2 1 0,-2 1 0 15,-2-1-1-15,-3 3 0 0,-2-1 1 16,-3 2 2-16,-2 3-1 0,-1 1-1 0,-3 1-1 0,-4 3 1 16,0 0-1-16,0 0-2 15,0 0 1-15,-9 3 1 0,4 1 0 0,-2 1-1 16,1 5 1-16,-1-2 1 0,-1 4 1 0,1 1-3 16,1 3 0-16,1 0 0 0,0 3 0 0,0 1 0 15,1-1-2-15,0 4-2 0,2-2-8 0,2 1 5 0,0-2-40 16,2-2-46-16,2-1 32 0,1-2-112 15,1-1-158-15,2-3 91 0,-1-1-82 0,2-3-100 0</inkml:trace>
  <inkml:trace contextRef="#ctx0" brushRef="#br0" timeOffset="39938.76">12843 2214 1821 0,'2'-7'193'0,"0"-1"26"0,-1 1-58 0,-1 1-44 0,-1 0 18 15,-1 1-36-15,0 0-33 0,-1 1 15 16,0 0-31-16,-3 2-20 0,-2 0 10 0,-3 2-17 15,0 0-14-15,-2 1 6 0,-1 2-4 16,-1 3 1-16,-1 1-4 0,-2 3 6 0,1 3 7 0,-1 3-3 16,3 3 4-16,1 3 2 0,0 1 0 15,1 3-4-15,3-1-1 0,2 0 3 0,2-1-8 16,1-3-5-16,4-2 3 16,0-3-11-16,5-1-11 0,4-3 7 0,3-2-32 0,3-2-33 0,3-3 22 15,4-1-69 1,4-3-94-16,1-2 52 0,6 0-263 0,0-3 319 0,4-1-127 0,2-1-105 31</inkml:trace>
  <inkml:trace contextRef="#ctx0" brushRef="#br0" timeOffset="40372.82">13252 2215 1513 0,'7'-10'173'0,"-1"2"18"0,-1 1-29 0,0 1-39 0,-1 2 10 15,-1-1-26-15,-1 3-17 0,-2 2 11 16,0 0-26-16,0 0-22 0,0 0 11 0,0 0-25 16,0 0-20-16,0 0 9 0,-6 10-11 15,3-2-11-15,-1 3 1 0,-2 4-2 16,0 2 2-16,0 4-1 0,-1 4 0 0,0 3 0 0,-3-1 1 15,3 2-2-15,-1-1-4 0,2-1 3 16,-1 0-25-16,0-4-29 0,2-2 21 0,-1-2-59 16,5-3-64-16,-3-3 34 0,2-2-119 15,2-4-167-15,0-2 94 0,0-5-82 0,0 0-103 16</inkml:trace>
  <inkml:trace contextRef="#ctx0" brushRef="#br0" timeOffset="40607.19">13102 2215 2290 0,'9'-5'135'0,"1"-1"32"0,4-1-63 0,1-1-46 16,4 2 17-16,1-1-28 0,0 0-28 15,3 2 9-15,0-2-14 0,-1 1-15 0,-2 0 4 0,1 0-43 16,-3 1-49-16,-1 0 34 16,-2 1-106-16,-3 1-140 0,-4 0 76 0,0 3-76 15,-4 1-84-15</inkml:trace>
  <inkml:trace contextRef="#ctx0" brushRef="#br0" timeOffset="40750.19">13078 2373 2176 0,'-6'7'169'0,"3"-3"33"0,3 3-65 16,1-6-49 0,4-1 17-16,3 1-35 0,3 0-29 0,5-1 14 0,3-1-28 15,2-1-32-15,3-4 11 0,3 1-70 16,0-2-86-16,4-1 56 0,1-2-297 16,0 1 297-16,-1-2-108 0,2-2-109 0</inkml:trace>
  <inkml:trace contextRef="#ctx0" brushRef="#br0" timeOffset="41371.11">13930 2074 1681 0,'0'0'135'0,"0"0"14"0,0 0 21 0,0-1-50 0,0 1-43 16,-1-1 15-16,0 1-25 0,-7 0-17 0,7 6 8 15,-1 4-19-15,-1 1-12 0,-1 1 7 16,3 4-10-16,-4 0-12 0,1 1 3 0,-2-2-32 16,2 2-37-16,-1 0 26 0,-1 0-89 15,2 1-109-15,-1-3 64 0</inkml:trace>
  <inkml:trace contextRef="#ctx0" brushRef="#br0" timeOffset="41670.91">13746 2162 1478 0,'2'-1'203'16,"1"-1"23"-16,-1 0-47 0,2 1-43 0,1-1 19 0,2 0-44 15,0 1-36-15,4 0 20 0,2 0-37 16,2-2-30-16,4 1 12 0,1 1-16 16,2-1-20-16,1 0 5 0,4 1-58 15,-2 0-76-15,-1 0 54 0,1 1-279 0</inkml:trace>
  <inkml:trace contextRef="#ctx0" brushRef="#br0" timeOffset="41892.76">13686 2472 2345 0,'8'1'115'0,"2"-1"24"15,1 0-42-15,4-1-49 0,4-2 15 0,5 1-28 16,2-2-31-16,3-1 13 0,5 0-100 0,0 0-145 0,0-1 99 0</inkml:trace>
  <inkml:trace contextRef="#ctx0" brushRef="#br0" timeOffset="42736.85">14728 2172 1861 0,'4'-3'146'0,"0"-1"11"0,0 2 34 0,-4 2-60 0,0-1-49 0,0 1 22 16,0-1-39-16,0 1-33 0,-9 1 13 0,1 9-20 16,-1 2-14-16,-5 5 2 0,-1 4-3 15,1 2-4-15,-5 3 2 0,0 1-4 16,0 0 0-16,2-1 1 0,1 1-2 0,2-4-3 16,1-2 2-16,2-3-1 0,5-2-3 0,0-3 1 15,5-3-3-15,0-2-2 0,2-4 1 0,2 0-1 16,2-4-5-16,2-2 2 0,1-3-3 15,1-2-1-15,4-3 0 0,0-3-1 0,1 0-2 0,0-3 0 16,2-1 4-16,-3-4 2 0,0 1-2 0,-2-2 3 16,-2 1 5-16,0 0-1 0,-2-1 1 15,0 3 2-15,-4 0 0 0,2 4 0 0,-2 1 1 16,1 2-1-16,-3 2 2 0,0 3 1 0,-1 2-1 16,0 5 0-16,0 0 3 0,0 0-1 0,-7-2 5 15,3 6 1-15,-2 3-1 0,0 1 0 16,-1 2 7-16,2 2-2 0,-1 2 0 0,0 1-2 0,4 4 2 15,-2-2-2-15,3 0-2 0,1 0 2 16,2 3 0-16,3-2 4 0,2-3-1 16,5 0 2-16,0-4 3 0,4-1 0 0,6-2 0 15,0-3 0-15,2-3 1 0,4-2-2 16,0-2-3-16,-1-4 1 0,1-3-1 0,0 0-3 0,-4-3 1 16,2-1 0-16,-5 0 1 15,-4-1-2-15,-1 1 3 0,-4 0 2 0,-4-2-1 0,-5 0-4 16,-1 2 0-16,-3-1 3 0,-3-1-8 15,-1 2-6-15,0 1 3 0,-2 1-9 0,0 3-13 0,0 1 8 16,0 2-24 0,0 3-36-16,2 2 22 0,2 2-103 0,0 1-154 0,3 3 97 0</inkml:trace>
  <inkml:trace contextRef="#ctx0" brushRef="#br0" timeOffset="42985.32">15243 2187 2143 0,'-11'11'125'0,"6"-5"-70"0,2 4 16 0,-2 2-29 15,0 3-20-15,0 2 8 16,1 1-14-16,0 1-7 0,1 0 1 0,0 1-10 0,1-4-15 15,1 1 8-15,1-4-39 16,0 1-38-16,0-3 25 0,2-3-51 0,0-1-62 0,1-3 23 0,-1 1-111 31</inkml:trace>
  <inkml:trace contextRef="#ctx0" brushRef="#br0" timeOffset="43203.18">15191 2169 2237 0,'7'-2'150'0,"0"0"-50"0,2-1 18 0,1 1-38 16,1-1-25-16,0 1 10 0,2-2-20 15,-1 2-23-15,1-1 10 0,1 0-13 0,-1 0-14 0,1 0 4 0,-1 0-30 16,-1 0-33-16,2 0 23 15,0-1-91-15,-2 2-113 0,-3 0 67 0</inkml:trace>
  <inkml:trace contextRef="#ctx0" brushRef="#br0" timeOffset="43507.62">15271 2282 1693 0,'0'6'127'0,"1"-1"36"0,3 0-52 15,0-2-55-15,1-1 11 0,2 2-24 16,0-3-13-16,0-2 6 0,1 1-12 0,0-2-13 16,-2-1 5-16,1-1-9 0,-2 1-7 15,-2-1 3-15,1 3-5 0,-2-2-10 0,-2 3 4 0,0 0-10 16,0 0-4-16,0 0 1 16,-13 1 13-16,6 1 8 0,-1 3-11 0,-2 2 19 15,0 1 27-15,0 1-8 0,0 3 15 16,0-2 16-16,3 3-5 0,0-1 2 0,2-1 3 15,-1-1 3-15,2 0-16 0,2-2-11 0,2 0 10 16,1-1-12-16,4-1-15 0,1-1 2 16,2-2-23-16,4-1-28 0,2-1 21 0,5-2-66 15,-1-3-76-15,4-2 43 0,3-1-51 16,-1-1-107-16,2-4 36 0</inkml:trace>
  <inkml:trace contextRef="#ctx0" brushRef="#br0" timeOffset="43736.59">15759 2164 2157 0,'0'0'192'0,"0"0"-80"0,0 0 31 16,0 0-57-16,-7 6-43 0,-1-1 17 16,2 2-30-16,-1 0-21 0,-2 5 6 0,0 3-7 15,2 2-7-15,1 1 2 0,-1 2-3 0,1-1 0 16,2 1 0-16,-1 1-9 0,2-1-13 0,2-2 9 15,-1-1-22-15,1-1-25 0,1-1 12 0,0-2-28 16,1-2-32-16,0-2 14 0,-1-1-50 16,1-1-57-16,0-3 32 0,-1 0-136 0</inkml:trace>
  <inkml:trace contextRef="#ctx0" brushRef="#br0" timeOffset="43936.95">15495 2188 2129 0,'1'-1'146'0,"12"-10"31"0,-3 9-49 0,0-1-63 16,4 0 14-16,4-2-30 16,2 2-22-16,3-1 11 0,2-2-20 0,1 2-25 0,-1 0 8 15,5-1-73-15,-2 1-104 0,-2-1 72 16</inkml:trace>
  <inkml:trace contextRef="#ctx0" brushRef="#br0" timeOffset="44136.49">16051 2214 2157 0,'-3'4'189'0,"0"0"-68"0,1 2 27 0,-3-1-61 15,2 2-38-15,-1-2 22 0,-1 4-31 16,2 1-30-16,-1-1 8 0,2 3-21 0,-2 0-21 16,3 0 13-16,0 1-47 0,-1 1-47 0,0 0 29 0,0 0-77 15,0 0-105-15,-1-3 57 0</inkml:trace>
  <inkml:trace contextRef="#ctx0" brushRef="#br0" timeOffset="44599.1">15885 2168 1797 0,'3'-10'178'0,"-1"3"36"0,2-1-67 16,1 2-60-1,0 0 25-15,3 1-41 0,2 0-36 0,3 1 14 0,1-1-21 0,3 1-18 0,2 1 5 16,3-1-7-1,3 2-6-15,0 1 0 0,1 0-1 16,-1 0-1-16,1 1 0 0,-2 3-1 0,-4-1-2 16,-3 2 0-16,-4 2-2 0,-3 1-3 15,-3 3 1-15,-2 2 1 0,-5 0 2 0,-1 3-3 0,-3 1 2 16,0 2 3-16,1-1 0 0,-1 1 1 16,1 1 1-16,3 0-1 0,0-2 1 0,2 0 3 0,2-3-2 0,3-1 3 15,-1 0 1-15,3-6-1 0,2 0 3 16,0-3 3-16,2 0-2 0,1-3 1 15,3-1 2-15,-1-4-1 0,1-2 1 16,0 2 0-16,-2-5 0 0,0-1-1 0,-2-2 0 0,-2-3 1 16,-2 0-1-1,-2-1 0-15,-2 0 1 0,0-3-2 0,-4 1 3 0,-2 2-1 0,-3-1 2 16,-1 3 1-16,-2 0-1 0,-4 1-6 16,-3 3-4-16,-2 2 6 0,-2 1-6 15,1 3-8-15,-1 3 0 16,-2 1 0-16,1 3 0 0,1 3 0 15,-1 2-3-15,3 2-26 0,0 4 16 0,1 2-119 16,0-2-205-16,2 4 139 0</inkml:trace>
  <inkml:trace contextRef="#ctx0" brushRef="#br0" timeOffset="44834.57">16325 1732 1924 0,'0'0'114'0,"0"0"-70"0,0 0 27 15,0 0-39-15,7 11-25 0,-7-1 3 0,2 3-51 16,-2 3-85-16,0 5 58 0</inkml:trace>
  <inkml:trace contextRef="#ctx0" brushRef="#br0" timeOffset="45333.27">17027 2170 1733 0,'7'-8'128'0,"-3"-13"-60"0,2 16 71 0,1 0-39 0,-2 2 1 0,-1 0-15 0,-1 2-11 16,-1-4-21-16,-2 5-1 0,0 0 40 0,0 0-68 16,1 1-13-16,-4 6-2 0,-1 2-2 15,-2 4 0-15,-1 2 5 0,-3 5-8 16,1 2-3-16,-3 1 1 0,-1 2-14 0,-1 2-12 0,-1-2 9 0,1-1-30 15,1 0-40-15,0-1 22 0,2-2-75 16,3-3-89-16,1-2 53 0,3-1-51 16,2-3-60-16</inkml:trace>
  <inkml:trace contextRef="#ctx0" brushRef="#br0" timeOffset="45599.26">16806 2073 1894 0,'4'-1'136'0,"2"-2"-43"16,1 1 24-16,6-2-44 16,5 2-31-16,3 0 12 0,6-2-23 0,-1 1-14 0,6-2 6 15,3 2-10-15,3 0-7 0,-5 1 2 16,2-2-21-16,-2 3-36 0,-5 1 24 15,-2 0-98-15,-2 1-110 0,-4 2 70 0,-6 3-71 0,-3-1-81 16</inkml:trace>
  <inkml:trace contextRef="#ctx0" brushRef="#br0" timeOffset="45999.19">16857 2323 1747 0,'1'6'146'15,"3"0"-39"-15,5-3 13 0,2-1-34 0,5-1-24 0,2-1 16 0,6-6-28 16,2 0-23-16,3 2 8 0,1-6-14 16,0-2-9-16,4 2 2 0,0-1-5 15,-3 0-4-15,-2 2 1 0,-2 2-2 16,-4-1-3-16,-4 3 2 0,-5 2-7 0,-6 2-3 0,-4 1 2 16,-1 3 6-16,-5 1 3 0,-2 5-5 0,-4-2-1 31,-1 5 10-31,-2-1 1 0,2 2 0 0,-1-1-7 0,1 1 3 15,1 0-5-15,2 0 2 0,2-1 1 16,4-5 1-16,1 3 4 0,4-2-3 0,3-3 3 16,5-2 4-16,3 0 0 0,2-3 0 15,2-2-1-15,0-2 2 0,2 0-4 16,2-3 0-16,-2-1 1 0,1 0-1 0,-3-3 1 0,-2 0-1 16,-1-1 5-16,-4-1 4 0,-3 0-2 15,-3 0 2-15,-4 0 6 0,-5-2-1 16,-3 2 2-16,-3 2 2 0,-4 0 0 0,-2 3-5 0,-2 1-1 15,-5 2 3-15,0 2-10 16,1 3-10-16,-1 2 6 0,1 3-9 0,2 1-25 0,0 2 12 0,4 2-113 16,4 0-170-1,7 5 119-15,7-3-95 0,5 1-138 0</inkml:trace>
  <inkml:trace contextRef="#ctx0" brushRef="#br0" timeOffset="46318.39">17747 2210 1604 0,'-1'-5'142'0,"1"5"24"16,0 0-35-16,0 0-45 0,0 0 11 0,0 0-19 0,-1 5-11 15,1 4 3-15,0 2-18 16,0 2-9-16,-1 2 10 0,0 2-18 0,-1 1-18 16,0 0 7-16,1 2-15 15,0-3-20-15,0-1 10 0,0 0-60 0,1-3-69 16,0-1 48-16,0-3-142 0,1-3-177 0,0-2 102 15,-1-4-84-15,0 0-107 0,0 0-22 0</inkml:trace>
  <inkml:trace contextRef="#ctx0" brushRef="#br0" timeOffset="46666.91">17746 2117 1949 0,'8'-2'142'15,"1"0"-49"-15,2 1 15 0,2 1-31 0,1 0-23 16,0 0 11-16,4 1-20 0,1 0-16 0,0 2 6 16,1-1-12-16,0 1-9 0,-6-1 3 0,7 1-6 15,-2 1-6-15,-3 0 2 0,0 0-1 16,-1 0-2-16,-4 1-1 0,-3-1-2 0,6 0-4 16,-9 2 2-16,-3 0-10 0,-2-1-7 0,-2 1 4 15,-2 0-1-15,-4-1-3 0,-1 1-3 16,-3 0 6-16,-3-1 7 0,-1 2-2 0,-3-1 4 15,0 1 6-15,-2 0-2 0,-2 1 13 16,0 1 12-16,0 3-9 0,-1-1 14 0,3 1 12 16,0 0-2-16,0 3-5 0,5-2-5 0,2 1 7 15,2-2-14-15,4 0-15 0,5-1 6 16,3 0-6-16,4-2-14 0,5-2 3 0,5 0-24 16,5-2-27-16,5-1 19 0,4-3-88 15,5 1-114-15,1-3 67 0,3 1-59 0,0-4-83 16</inkml:trace>
  <inkml:trace contextRef="#ctx0" brushRef="#br0" timeOffset="47051.05">18508 2189 2037 0,'-9'-1'124'0,"-2"-2"28"16,-1 2-42-16,-2-1-55 0,-2 2 12 15,-2 0-24-15,2 2-22 0,-5 2 10 0,0 1-15 16,-3 2-11-16,0 1 1 0,-3 5-4 16,2 2-2-16,1 1 1 0,-1 2 0 15,5 1 0-15,3 1-1 0,5 3 0 0,6-1 2 0,5-3 0 16,2 1 3-16,6-3 1 0,5-2-2 16,6 1 1-16,3-4 6 0,3-1-1 0,-1-4 3 15,4 0 1-15,-1-3 0 0,0-1-1 16,-1-3 1-16,-3-1 3 0,-2-3-3 0,-2-1-1 0,0 0-1 15,-5-2 3-15,-1 0-2 0,-2 0 1 16,-4-2-5-16,-3 0-4 0,-3 0 4 0,-2-1-6 16,-3 3-6-16,-4-1 0 0,-4-2-1 15,-1 3-3-15,-3 1 1 0,-2 2 0 0,-1 1 0 16,0 2 1-16,0 0-3 16,0 1-1-16,2 3 1 0,3 2-2 0,3 1-4 0,4 0 2 15,5 1-47-15,3 0-60 16,5 0 45-16,7 1-216 0,5-2 219 0,5 1-75 15,3-2-94-15</inkml:trace>
  <inkml:trace contextRef="#ctx0" brushRef="#br0" timeOffset="47398.26">18729 2300 1867 0,'-8'8'115'0,"0"0"34"0,-2 1-61 0,2 1-46 0,1 1 13 16,2 1-19-16,1-3-19 0,4 3 3 16,4-3-3-16,2 0-1 0,5-1-1 0,2-1 4 15,2-1 3-15,1-3 0 0,4 0-1 16,-2-3 4-16,-1 0-1 0,3-4-1 0,-3 2-1 0,1-4 1 16,-2-1-2-16,-1 0-1 0,-4-1 1 15,-1-2-4-15,-3 3-2 16,-3-4 2-16,-2 1-7 0,-2-1-5 15,-4-2 4-15,-1-1-6 0,-2 1-5 0,-3 1 1 16,-2-2-4-16,-3 4-1 0,-2-1 1 0,-1 2-3 16,1 6-1-16,-2 1 0 0,-1 2-1 15,2 2-1-15,1 3 0 0,1 0-16 16,2 3-35-16,3 1 23 0,0 1-153 0,3 1-226 0,-1 2 153 16,2-3-127-16,6 0-174 0</inkml:trace>
  <inkml:trace contextRef="#ctx0" brushRef="#br0" timeOffset="47600.08">18906 1957 2140 0,'0'-2'91'0,"0"2"-65"15,0 0 23-15,-6 7-25 0,1 2-36 16,0 3 3-16,-1 3-103 0,-1 3-179 0,1 4 126 16,-1 3-93-16,1-1-143 0</inkml:trace>
  <inkml:trace contextRef="#ctx0" brushRef="#br0" timeOffset="48045.85">19401 2173 1583 0,'7'-8'114'0,"-3"3"14"0,0 1 21 16,1 2-37-16,-3 0-37 0,-2 2 13 15,0 0-25-15,0 0-20 0,0 0 10 0,5 2-20 16,-8 6-12-16,0 3 4 0,-3 4-7 0,-1 3-8 0,-1 4 4 16,-1 3-5-16,-3 1-3 15,-1 1 1-15,1 1-8 0,-1-2-15 0,2-2 9 0,0 0-36 16,0-4-44-16,3-4 27 0,1 0-50 16,2-3-56-16,-1-5 21 0,3-1-32 0,0-3-33 15,2-2 6-15,-2-1-50 16,0-4 198-16,0-1-109 0,0-2-39 0</inkml:trace>
  <inkml:trace contextRef="#ctx0" brushRef="#br0" timeOffset="48498.45">19163 2172 895 0,'-6'-14'154'16,"2"4"15"-16,0 1 0 0,-2 2-19 0,2 2-11 15,2 2 10-15,2 0-31 0,0 3-36 0,0 0 18 16,5-7-31-16,2 6-31 0,4 0 11 0,5 0-17 15,1 1-10-15,4 0 1 0,7 0-6 0,3 0-3 0,2 1 1 16,5 1-2-16,1 1-5 0,1 0 1 16,0 1-1-16,-1 2 0 0,-3 0-1 0,-3 1-1 0,-3 0 0 15,-8 2 0-15,-2 1 0 0,-6 0-1 16,-5 2-1-16,-2 0 3 0,-7 0 3 16,-3 1-2-16,-5 2 4 0,-2-1 4 0,-5 0-1 15,0 1 0-15,-2 0 0 0,-1-1 2 0,2 1-2 16,0-1-3-16,2-1 1 0,4 1-1 15,1-3 2-15,7 0-1 0,2-1 5 16,4-2 4-16,5-2-2 0,4-2-1 16,4-1 2-16,4-3 3 0,4 0-7 0,1-4-7 0,0-2 4 15,5-2-7-15,1 1-4 0,-3-4 1 16,0 1-2-16,-4-3 1 0,-2 1-2 16,-3-2 3-16,-3 4 2 0,-7-3-1 0,-3-1-1 15,-5 0 0-15,-4 0 1 0,-1 1-1 16,-6-1-1-16,-1 4 0 0,-7-3-1 15,-2 3 1-15,-1 1 0 0,-5 3 1 0,0 1-1 0,-1 4 0 16,-2 1-1-16,1 1-2 0,2 1 1 16,1 3-2-16,2 2-18 0,5 0 9 0,2 3-69 15,4-1-83-15,3 0 60 0,4 0-242 16,3 4 257-16,4-9-107 0,2-2-102 16</inkml:trace>
  <inkml:trace contextRef="#ctx0" brushRef="#br0" timeOffset="48830.38">19707 1860 1664 0,'0'-4'86'0,"0"1"25"0,0 3-39 0,0 0-51 0,0 0 14 16,0 0-17-16,0 0-10 0,5 9-2 15,-5-2 0-15,0 1 0 0,0 3 1 0,2 2 1 16,0-1-2-16,0 0 1 0,4 2 0 16,-3-4 0-16,7 1 0 0,0-2-1 0,1-4-2 0,0 0 2 0,3-3-6 15,-1 0-2-15,-2-3 0 0,1 1 0 16,-2-2-1-16,-1-1-1 0,-3 1 2 0,0-1 4 16,-4 0 0-16,1 0-2 0,-3 1-2 15,-1-1 3-15,-2 1-5 0,-3 1-8 0,0 1 3 0,-2 0-1 16,1 2-2-16,-1 3-1 0,-2 1-4 15,2 1-20-15,-2 2 13 0,4 2-133 0,0 0-159 16,4 4 115-16,0-1-98 0,2-1-147 0</inkml:trace>
  <inkml:trace contextRef="#ctx0" brushRef="#br0" timeOffset="49032.63">20074 2107 2069 0,'0'9'128'0,"-2"1"-35"16,0 4 21-16,-1 1-43 15,-4 2-31-15,0 1 15 0,-1 3-23 0,0-2-26 0,2 2 8 0,-1 0-32 16,1 0-39-16,4-1 24 0,-1-2-94 16,3-1-109-16,3-2 65 0,3 2-61 15,0-5-81-15</inkml:trace>
  <inkml:trace contextRef="#ctx0" brushRef="#br0" timeOffset="49295.95">20225 2210 1758 0,'-8'-1'163'16,"0"4"-50"-16,1 0 26 0,-5 2-49 0,3 1-27 0,-1 1 13 15,-4 1-23-15,1 1-25 0,1-1 9 16,1 3-15-16,-3-3-14 0,5 4 5 15,-1-2-8-15,-2 1-3 0,5 1 0 0,1 1 0 16,-1-1-1-16,1 0-1 0,2 1 0 16,1-1 0-16,-1-2 0 0,4 1 0 15,-2 0 1-15,2-3-1 0,1 1 2 0,3-2 3 16,2 0-2-16,0-4-2 0,3 1-12 16,1-3 8-16,5 0-45 0,2-3-51 0,4-2 35 0,3-1-89 15,-1-3-128-15,6 1 64 0,0-2-60 0,1 0-69 0</inkml:trace>
  <inkml:trace contextRef="#ctx0" brushRef="#br0" timeOffset="49483.95">20593 2174 1777 0,'-10'8'147'0,"0"2"27"0,0 0-39 15,1 2-34-15,-1 2 6 0,-2 2-19 16,-1 2-18-16,3-1 12 0,-2 3-25 0,2-1-22 15,1 2 10-15,-3 2-16 0,2-2-20 16,2 0 7-16,1-1-34 0,-1 0-37 0,2-4 24 0,3 1-83 16,0-3-108-16,3-5 62 0,3-1-60 15,1-2-67-15</inkml:trace>
  <inkml:trace contextRef="#ctx0" brushRef="#br0" timeOffset="49730.44">20594 2085 2169 0,'18'-2'128'0,"1"0"-66"0,0 2 24 0,0-1-39 15,1 0-30-15,-1 1 11 0,2 0-17 16,-3 1-9-16,0 1 1 0,-4 1-22 0,-2 0-25 15,-4 1 17-15,-2 1-43 0,-6 1-50 0,-4 1 26 16,-4 1-55-16,-4 1-63 0,-3 1 26 16,-2 1-27-16,-4 0-29 0</inkml:trace>
  <inkml:trace contextRef="#ctx0" brushRef="#br0" timeOffset="49996.4">20587 2287 859 0,'13'0'64'0,"3"0"30"0,-3-3-40 16,1 2-41-16,-2 0 5 0,-1-1-1 15,-1-1 5-15,-3 2-6 0,-1 1 11 16,-3 2 12-16,-2-1-6 0,-3 3-1 16,-3-3 1-16,-3 4 6 0,-4 1-7 0,-2 0-4 15,-4 2 0-15,-4-1 4 0,-2 2 17 0,-2 1-10 16,-1 3 42-16,2-1 32 0,0 0-21 0,-1 2 13 16,6-1 29-16,1 1 4 15,6 1-17-15,3-1-22 0,8-1 14 0,4-1-32 0,5-2-29 16,6 0 15-16,7-2-49 15,3-2-48-15,7-3 29 0,5-1-51 0,4-1-55 16,6-2 20-16,8-3-52 0,0 0-80 0,3-2 39 0,2 0-30 16,-2 2-42-16</inkml:trace>
  <inkml:trace contextRef="#ctx0" brushRef="#br0" timeOffset="50994.92">21688 2094 1726 0,'4'-3'184'0,"-4"-15"-62"0,3 16 3 0,-3 2 9 0,0 0-57 16,0 0-33-16,-5 8 11 0,-2 0-21 16,-3 1-14-16,-1 4 5 0,-2 0-6 15,-2 4-2-15,-3 6-1 0,-1 0 0 0,2 3 3 0,4 2 0 0,1 4-4 16,2-2 0-16,3-1 2 15,3-1-2-15,5-3-3 0,4-4 1 16,2-2 1-16,-1-6 5 0,8-5-3 16,3-2 6-16,2-4 5 0,2-4-2 0,2-4 1 15,1-2 5-15,-1-4 0 0,3-2 2 16,-5-1 2-16,-2-1-1 0,-2-3-1 0,-3 0 0 0,-3 0 4 16,1-2-11-16,-2 1-7 15,-2-1 5-15,-1 0-10 0,-3 2-7 0,2 2 1 0,-1 0-4 16,-1 4-5-16,0 1 1 0,-2 2-12 15,-1 3-20-15,0 2 14 0,-1 5-56 0,0 0-60 16,1 0 39-16,9 0-142 0,-5 5-216 0,2 3 124 16,1 1-105-16,7 3-135 0</inkml:trace>
  <inkml:trace contextRef="#ctx0" brushRef="#br0" timeOffset="51279.9">21939 2479 2293 0,'3'-9'137'0,"2"0"34"0,4-4-51 15,0-1-63-15,5-2 14 0,0-3-28 0,2-1-21 0,5-2 8 16,-1-4-12-16,4-1-11 0,0 0 2 16,4-1-4-16,-1-1-3 0,2 3 1 0,2 0-2 15,-3 3-1-15,0 3 0 0,-2 3 0 0,-3 3 0 16,-3 4 0-16,-6 1-1 0,-2 3-1 0,-3 4 1 15,-5-1-5-15,-4 3-1 0,0 0 1 0,0 0 5 16,1 9 0-16,-4-2-4 0,-3 3 2 0,-1-1 5 16,-1 5 1-16,-4 2 0 0,2 0-2 0,-1 4 0 15,1 3-1-15,-1 1-3 0,-2 1 3 0,0 2-28 16,2-1-31-16,2 0 23 0,-4-1-80 16,2-4-100-16,-1-2 58 0,0 1-205 15,4-3 273-15,-1-3-130 0,-1-2-98 0</inkml:trace>
  <inkml:trace contextRef="#ctx0" brushRef="#br0" timeOffset="51494.3">22053 2353 2364 0,'4'-5'121'16,"1"3"-49"-16,1-1 10 0,3 2-31 15,-1-1-17-15,0-1 12 0,2 0-18 0,1-1-19 0,0 2 6 0,2-4-41 16,0 3-54-16,2-1 37 0,0-1-198 16,-1-1 183-16,0 0-56 0,2-3-75 15</inkml:trace>
  <inkml:trace contextRef="#ctx0" brushRef="#br0" timeOffset="51694.41">22571 1794 1936 0,'0'0'146'16,"0"0"-44"-16,0 0-59 0,0 0 32 0,-9 15-42 0,7-4-30 15,0 4 0-15,0 2-22 16,-2 3-38-16,1 2 28 0,2 4-135 0,0-1-192 0,-2 3 124 15,0 1-108-15,-1-3-139 0</inkml:trace>
  <inkml:trace contextRef="#ctx0" brushRef="#br0" timeOffset="51927.65">22573 2228 2073 0,'-8'9'163'0,"-3"-1"-61"0,1 2 19 0,-3 1-38 15,0 0-26-15,1 0 11 0,-1 3-25 16,2-1-21-16,1-1 9 0,2 1-13 16,1-3-15-16,3 1 3 0,3 3-10 15,3-3-6-15,3-3 3 0,4 0 1 0,0-2-7 16,5-2-1-16,3 2-6 0,0-2-8 0,2-2 8 16,-3-3-27-16,2 0-38 0,0-3 21 0,1 0-81 15,-2-2-132-15,0-1 77 0,3-1-63 16,-3-3-83-16</inkml:trace>
  <inkml:trace contextRef="#ctx0" brushRef="#br0" timeOffset="52145.83">23087 2156 2312 0,'-1'0'171'0,"0"0"-58"16,-15 5 16-16,10-1-33 0,-1 1-20 15,-1 4 13-15,-1 1-32 0,-3 3-21 0,3 2 13 0,-1 3-18 16,-2 2-21-16,0 1 3 0,4 4-9 16,-3-3-17-16,0 1 9 0,2 0-42 0,-1 0-43 15,0-2 29-15,3-2-57 0,2-1-72 16,-2-5 29-16,1 0-64 0,3-1-92 16,-1-4 42-16,-1-1-40 0,0-2-42 0</inkml:trace>
  <inkml:trace contextRef="#ctx0" brushRef="#br0" timeOffset="52328.83">22863 2110 2484 0,'20'-6'149'0,"2"1"-63"0,5 0 30 0,5 0-52 0,2 0-36 16,1 0 11-16,8 1-20 15,-2 0-24-15,2 0 8 0,5-2-95 0,0 2-147 16,-1 1 102-16,2 0-79 0,-4 0-117 0</inkml:trace>
  <inkml:trace contextRef="#ctx0" brushRef="#br0" timeOffset="77448.55">8385 5668 1168 0,'0'-5'78'0,"-11"-15"72"0,11 16 11 0,-1 1 113 15,0-1-136-15,1 4 4 0,0 0 22 0,0-1-49 16,0 1-45-16,0-1 21 0,0 0-38 16,-1 0-25-16,0 1 9 0,0 0-12 0,-9 5-10 15,10 3 1-15,0 0-5 0,0 1 1 0,1 6 2 16,1 1-5-16,2 3-3 0,0 2 1 16,0 3 0-16,1 1-2 0,1 2 0 0,0 1-14 15,-2-1-16-15,0 0 12 0,1-2-49 16,-2-1-62-16,-1-3 38 0,-1-2-80 0,-1-2-97 15,0-4 45-15,-1-1-49 0,-2-2-45 0</inkml:trace>
  <inkml:trace contextRef="#ctx0" brushRef="#br0" timeOffset="77814">8147 5750 833 0,'-9'-10'258'16,"3"4"-86"-16,2-1-99 0,-3-2 210 0,5 2-130 15,0 1 16-15,3 0-42 0,0 0-38 16,4 1 21-16,3-2-31 0,2 1-25 0,3 0 6 0,2-2-10 0,2 0-4 16,4-1 1-16,4 0-5 15,0 0-7-15,1 1 4 0,3-2-10 16,1 2-9-16,0 1 5 0,3 2-10 15,-2 2-7-15,-1 1 2 0,-2 1-4 0,-4 5-9 0,-4 1 3 16,-3 2 3-16,-9 1 1 0,0 4-3 16,-4 0 3-16,-3 2 6 0,-5-1-4 0,-3 3 9 0,-2 0-5 15,-3-1 1-15,-1 2-5 16,-3-2-1-16,-1 0 1 0,-1-1-3 0,-1 0-3 0,2-2 0 0,-1-1-9 31,3-3-8-31,2 1 7 0,0-4-17 0,3-2-18 16,0-1 9-16,3-2-34 0,0 0-48 15,1-1 27-15,1-3-152 0,2 0 184 0,3-1-70 16,0-2-61-16</inkml:trace>
  <inkml:trace contextRef="#ctx0" brushRef="#br0" timeOffset="78264.61">8675 5690 1472 0,'6'-9'210'0,"1"1"-15"0,-2 1-21 0,0 1 13 0,-1 1-41 15,-1 0-44 1,-1 4 26-16,-2 1-45 0,0 0-34 15,0 0 11-15,0 0-20 0,2 8-16 0,-2-1 5 16,0 3-9-16,-1 1-7 0,1 3 3 16,0 3-4-16,1 3-5 0,1 0 2 0,4 2-3 15,0 1-1-15,4-1 0 0,2-1 1 0,4-2 1 16,1-2-2-16,4-3 1 0,0-2 3 0,1-6-1 16,2 0 1-16,0-7 2 0,1-4-1 15,-1-1-1-15,-3-5 0 0,1-2 2 16,-2-4-3-16,-1 0 1 0,-4-3 0 0,-2 1 0 15,-1 1 0-15,-5-1 0 0,-1 1-1 16,-4 1 0-16,-2 2 0 0,0 1-1 16,-3 2-4-16,-2 1 1 0,-1 2-6 0,0 1-10 15,0 1 6-15,0 3-12 0,0 1-20 0,2 3 10 16,0 1-41-16,1 2-56 0,2 2 36 16,1 2-217-16,4 2 233 0,0 0-81 0,4 0-76 15</inkml:trace>
  <inkml:trace contextRef="#ctx0" brushRef="#br0" timeOffset="78509.59">9373 5669 1523 0,'1'-8'242'0,"1"3"-123"0,2-1-69 0,0 1 113 15,1 1-84-15,3 0 28 0,1-1-39 16,1 3-50-16,0-2 10 0,4 2-17 0,-1-1-13 16,1 1 2-16,2 1-33 0,-3 0-50 0,1 1 34 15,0 0-122-15,-3 0-162 0,0 2 97 16,-3 0-90-16,-2 2-109 0</inkml:trace>
  <inkml:trace contextRef="#ctx0" brushRef="#br0" timeOffset="78698.34">9336 5782 1346 0,'0'0'224'0,"0"0"-20"16,0 0-27-16,0 0 38 0,0 0-97 0,7-1-23 16,1 0 26-16,3-1-44 0,0-1-48 15,4-1 14-15,2 0-28 0,1 0-32 0,2 0 15 0,1 1-72 16,4 0-95-16,-1 0 61 15,2 1-53-15,3 0-72 0</inkml:trace>
  <inkml:trace contextRef="#ctx0" brushRef="#br0" timeOffset="79773.42">10621 5069 1093 0,'0'-4'189'0,"3"-1"-185"0,-8-15 108 0,10 14 160 16,3 1-127-16,1-5-38 0,3 3 0 0,2 0 17 16,3-1-41-16,3 2-36 0,-1 1 14 0,2-3-23 15,-3 3-18-15,0 0 5 0,-2 1-10 16,-1 1-8-16,-4 3 2 0,-1-1-5 0,-4 1-2 15,-2 1 0-15,-2 2 4 0,-2 1 2 16,-5 1-4-16,-1 2 2 0,-2 0 3 0,-2 2 2 0,-2 0-3 16,1 0-5-16,-2 1 2 15,1-1-3-15,0 0-3 0,2-1 0 0,2 0 1 0,0-1-2 16,5 0 0-16,-1-1 1 0,3-1 1 16,0-1 0-16,3-1 5 0,3 0 1 0,1-3-2 0,3 0 2 15,-1-2 1 1,3 0 2-16,2 0-3 0,0-1-2 0,0 1 0 0,1-1 0 0,0 2-4 15,-1 1 0 1,0 0 0-16,-1 1 0 0,-2 2-1 0,1 1 1 16,-3 1 2-16,-1 0-1 0,0 4 6 15,-2-1 6-15,0 1-3 0,-2 2 7 16,0-1 5-16,-1 0-1 0,-2 3-1 0,0-1 1 16,0-1 2-16,-2-1 0 0,-1 1 1 0,-1-3-3 15,-1 2 5-15,-1-2 3 0,-1-1-1 16,-2-1-2-16,1-1 0 0,-2 0 2 0,-1-2-7 15,-2-2-5-15,0 1 2 0,-1-1-5 16,0 0-5-16,-1-1 2 0,-1-1-4 0,1 1-4 16,0-3 2-16,0 3-2 0,0-2-2 0,2 0 0 15,-1 0-13-15,4 1-18 0,1-1 13 0,0 0-47 16,4 1-68-16,1 0 40 0,4 1-155 16,0 0-208-16,10-2 127 0</inkml:trace>
  <inkml:trace contextRef="#ctx0" brushRef="#br0" timeOffset="80364.24">11277 5044 1049 0,'-1'-6'243'0,"1"1"-15"0,-1 1-27 0,0-1 32 15,-1 2-86-15,1 0-26 0,-1 1 33 0,-1 0-58 16,-1 2-43-16,0 1 15 0,-1 2-28 16,-1 1-21-16,0 2 6 0,-1 3-10 0,0 0-9 0,2 2 2 15,-1 2-3-15,1 2-3 0,2 0 1 16,1-1 0-16,2 2 0 0,0-3-1 0,3 2 3 15,2-2 2-15,2-1-2 0,0-3 3 0,2 0 2 16,1-4-1-16,2 1 3 0,2-2 1 16,2-2-1-16,0-4 1 0,1 0 0 0,-1-2 1 0,2-2 0 15,-1 1-2-15,-1-5 1 0,-2-1-2 16,0-2 0-16,-3 0 0 0,1 0 1 0,-3-1 1 16,-2 1-1-16,-2-2 2 0,-2 4 5 0,-3 0-2 15,-3 0 3-15,-3 3 4 0,-4 2-1 16,-2-1-4-16,-3 1-1 0,-2 2 3 0,-3 2-8 15,0 1-7-15,-3 1 3 0,2 1-7 16,0 1-5-16,4 2 1 0,0 3-11 16,2-1-36-16,7 3 23 0,2 1-125 0,5 1-180 0,3 2 128 15</inkml:trace>
  <inkml:trace contextRef="#ctx0" brushRef="#br0" timeOffset="81062.87">11683 4966 1548 0,'-2'-5'264'15,"2"-1"-123"-15,-2 4-91 0,0-3 108 0,-1 3-21 0,-1-1 33 0,1 1-57 16,-2 0-54-16,0 2 16 0,0 0-29 16,0 0-25-16,1 1 11 0,-1 2-16 0,1 1-12 0,1 2 2 15,2 2-2-15,0 0-4 0,1 3 1 16,2 1 0-16,2 1 0 0,2 2 0 15,2 2 0-15,0-1 2 0,1 1-1 16,2 1 0-16,0 0 1 0,0-4 0 16,0 2 0-16,-2-3-1 0,-2-1 1 0,1 1 0 15,-1-3-1-15,-4-1 0 0,-1-2-1 16,-1-2 0-16,-2 1 0 0,1-1 2 0,-4-3-2 16,-1 0-1-16,-3-2 0 0,1-2 1 0,-3 1 0 15,-2 0-1-15,0 0 0 0,-1-3-1 0,0 1 2 16,-2-2 0-16,1 2-1 0,-1 0 1 15,3-1 0-15,0 1 1 0,2-3 0 16,1 2-1-16,3 0 0 0,1 0-1 16,1 2-1-16,3-2 1 0,1-1-5 0,0-2-4 0,2 0 2 15,3 2 0-15,1-2-1 0,4 0-1 16,0-1 2-16,2-1 4 0,3 2-1 0,2 1 2 16,0-1 2-16,-1 0-1 0,2-1 1 15,0 1 0-15,-1 0 0 0,0 1 2 0,-3-2 0 0,0 0 0 16,-1 1-1-16,-2 1 4 0,-1-2-2 15,-2 1 2-15,-1 0 3 0,-1 1-2 16,0-1 2-16,-3 1 3 0,-3-1 0 0,-1 0-3 16,-1 1 0-16,-2 0 2 0,-4-1-3 15,2 1-4-15,-4 1 1 0,-1 0-3 0,-1 2-2 16,0 1 0-16,-3 0 0 0,-1 1-2 16,1 2 0-16,-2 0-3 0,3 2-4 0,1 0 4 0,0 2-19 15,2 1-30-15,3 3 19 0,1 1-105 16,3 2-154-16,2 3 99 15</inkml:trace>
  <inkml:trace contextRef="#ctx0" brushRef="#br0" timeOffset="81428.52">11939 5028 1586 0,'-1'2'150'0,"0"2"-16"0,-3 1-21 0,0 2 18 0,-1 3-48 15,-1 0-28-15,0 3 22 0,0 1-26 16,2 0-19-16,0-1 1 0,3 2-6 0,1-1 1 0,2-1 2 16,4-2 3-16,0 0 1 0,4-2-5 15,1-1 4-15,2 1 6 0,2-6-1 16,0 0-3-16,2-3-4 0,1-2 6 15,1-3-12-15,-1-3-6 0,0-2 3 0,1 0-4 16,-2 0-3-16,-3-3-1 16,-3-2 1-16,-2-1 1 0,-2 2 0 0,-2-2-1 15,-5 1 2-15,0 0 1 0,-5-2-1 0,0 4 0 16,-2 2 0-16,-6 2-6 0,-1 0-4 0,-4 4 4 0,-3 1-6 16,0 3-8-16,-1 1 2 15,-1 3-5-15,2 2-14 0,2 3 8 0,2 2-77 16,3 2-116-16,4 1 82 0</inkml:trace>
  <inkml:trace contextRef="#ctx0" brushRef="#br0" timeOffset="81965.59">12499 5029 1409 0,'0'-9'156'0,"3"1"7"0,-1 1-5 0,-1 1 6 16,-1-1-42-16,0 3-2 0,-1 1 23 16,1 3-50-16,0 0-39 0,0 0 17 0,-1 0-26 15,-12 0-26-15,5 4 8 0,1 3-12 16,0 1-7-16,-5 1 2 0,4 3-4 0,-1 1-2 16,1 0 1-16,1 2-2 0,3 1 0 15,1-2-1-15,2 2 4 0,4-3 2 0,3-2-1 16,4-1 2-16,2-2 5 0,2-3-1 0,3-1-1 15,0-4 2-15,2-2 0 16,3-1-2-16,-2-3-1 0,-1-2 1 0,1-3-4 16,0 1 0-16,-2-3 2 0,0-1-2 15,-4 1 0-15,-1 0 0 0,-2-1 2 16,-4 2 2-16,-1 2-1 0,-5 0-1 0,-1 1-1 0,-3 1 2 0,-2 1-5 16,-3 1-4-16,-2 3 2 15,-2-2-2-15,-1 3-2 0,-2 1 0 0,-2 1-1 0,-2 2 0 0,0 0 1 16,0 3-3-16,0 0-5 0,3 1 3 15,4 2-6-15,-1-1-14 0,8 4 7 16,1-1-68-16,4 2-77 0,3-1 55 0,4 0-255 16</inkml:trace>
  <inkml:trace contextRef="#ctx0" brushRef="#br0" timeOffset="82351.16">12859 4985 1609 0,'-7'1'214'0,"-2"2"-39"0,-1 0-38 0,1 1 36 0,-1 2-76 0,1 1-52 16,0 2 30-16,0 1-48 0,4 0-24 16,3 2 4-16,2 1-2 0,0 0-4 0,6-1 0 0,2 0-1 15,4 0 3-15,1-4 1 16,4 0 4-16,-1-3-1 0,3 0-2 0,2-4 4 15,-2-1 4-15,1-3-1 0,0-4 4 0,-2 0 9 16,-2-2-6-16,2-3 15 0,-4 2 10 16,-2-2-6-16,1-2 5 0,-5 2 10 0,-1 0 1 0,-2 0-5 15,-2 0-3-15,-3 0 1 16,-2-1-1-16,-2 3-8 0,-2 0 4 0,-3-1-16 0,-1 4-8 16,-1 0 7-16,-4 1-11 15,-1 2-14-15,-2 2 1 0,-2 2-2 0,2 0-7 16,-1 4 1-16,-2 0-4 0,3 3-7 15,5 2 4-15,1 2-49 0,5 1-56 0,3 0 40 16,1 2-183-16,5-2-249 0,7 0 154 16</inkml:trace>
  <inkml:trace contextRef="#ctx0" brushRef="#br0" timeOffset="82686.99">13221 5014 886 0,'-4'5'412'0,"-3"0"-92"16,3 2-63-16,-1-2 123 0,-1 2-255 15,3-1-21-15,0 1 34 0,3 0-53 16,2 2-51-16,2-1 14 0,2-1-21 0,2 1-11 16,2-2 2-16,4-1-4 0,-1-2-1 0,2 0 1 0,2-3-2 0,2-1-1 15,-3-2 0-15,3-2 1 0,-1-1-1 16,-1 0 1-16,1-3-1 15,-3 1 1-15,-1-1 0 0,0-1 1 0,-2 0 1 0,-1 1-1 16,-4-1 2-16,0 0 2 0,-2 1-1 0,-4-1 4 16,-1 0 3-16,-1 1-2 0,-3-1 1 15,-1 1-1-15,-2-1 2 0,-3 1-6 0,-2-2-7 16,-1 2 5-16,-4-1-9 0,0 3-6 0,-5 0 0 16,-2 1-3-16,1 2-7 0,-2 3 2 0,0 3-1 15,1 3-4-15,3 4 1 0,-2 1-41 0,4 4-62 16,3 2 46-16,-1 4-344 0</inkml:trace>
  <inkml:trace contextRef="#ctx0" brushRef="#br0" timeOffset="83408.69">10435 5662 952 0,'-2'1'62'0,"1"-2"50"0,0 0 11 0,0 0 88 16,0 0-86-16,1 0-2 0,-1 0 8 16,0-1-30-16,1 0-21 0,-6-26 16 0,6 28-31 15,0 0-29-15,0-1 11 0,1 0-17 16,0 0-12-16,-1 0 1 0,19-18-2 0,-13 17-2 0,1 1 1 15,4-2-1-15,2 1 1 0,3 0 0 16,4-3 4-16,5 2 3 0,6 0-2 16,9 1 0-16,2-2 4 0,7 2 1 0,8-2 3 15,4 0 0-15,7 0-1 0,7-3-6 16,2 1 0-16,7 0 5 0,8-1-5 0,1-1-7 0,3-2 1 16,7-1-4-16,-5 2-2 15,3-2 2-15,6-1-2 0,-7 3-3 0,0-3 0 0,8 4-1 16,-9-1-1-16,-2 0 0 0,3 0-1 15,-6-1 0-15,-2 3 0 0,2-2-1 16,-5 2 1-16,-4 0-1 0,3-1 0 0,-6 1 2 16,-4 1-1-16,3-1-1 0,-8 0-1 15,-1 0 1-15,-1 0-6 0,-7 0-13 16,-5 0 8-16,-1 0-38 0,-8 0-33 0,-5 0 22 0,0-1-80 16,-7 2-143-16,-1-2 79 15,-4 1-63-15,-6 2-81 0</inkml:trace>
  <inkml:trace contextRef="#ctx0" brushRef="#br0" timeOffset="83935.66">11261 6233 917 0,'0'0'250'0,"0"0"-50"0,0 0-28 0,0 0 69 0,0-10-133 16,5 4 10-16,1-2 3 0,2-1-8 15,3-2-18-15,2-1 10 0,3-3-26 0,0 1-18 0,4-1 12 16,2-1-18-16,1-1-14 0,0 0 3 0,2 0-3 15,-3 3-1-15,0 0-1 0,-1 1-3 16,-4 3 2-16,-2 2 1 0,-3 2-8 0,-4 0-7 16,-2 4 5-16,-2 0-8 0,-4 2-7 0,0 0 3 15,0 0-2-15,-2 9-3 0,-3-2 1 16,-1 1-4-16,-1 1-3 0,-2 3 4 0,1 2-6 16,-1 2-3-16,0 3 0 0,0 2 0 15,0 0-6-15,5 2 2 0,0 1-43 0,1-3-48 16,2 0 37-16,2-3-136 0,3-1-202 15,3-4 119-15,5-1-107 0,-3-3-124 0</inkml:trace>
  <inkml:trace contextRef="#ctx0" brushRef="#br0" timeOffset="84160.91">11721 6131 905 0,'1'-4'372'15,"2"3"-78"-15,-2 2-58 0,1-1 108 0,0 2-207 0,0 1-13 16,-2 1 15-16,2 3-26 16,-3-1-39-16,1 5 13 0,-1 1-27 0,-2 1-25 0,-2 1 11 0,1 2-18 15,2 2-22-15,-3 0 8 16,2 1-60-16,0 0-47 0,0-2 38 0,0 0-137 0,2 0-182 16,1-2 109-16,-3 0-98 15,2-3-112-15</inkml:trace>
  <inkml:trace contextRef="#ctx0" brushRef="#br0" timeOffset="84409.82">11816 6277 1339 0,'17'-22'214'16,"-2"1"-96"-16,0 0-76 0,1-4 112 0,1 3-13 0,0-2 12 15,0 0-31-15,0 2-24 0,1 0 11 16,0 1-12-16,0 1-19 0,-1 2 3 0,0 0-10 0,-1 4-5 0,-3 3 6 15,0 0-9 1,-4 3-9-16,-2 4 2 0,-1-1-7 0,-6 5-9 0,0 0 4 0,0 0-15 16,0 0-12-16,-7 5 8 15,1 1-12-15,-1 2-11 0,-2 1 1 0,1 5-3 0,-3-1 0 0,0 4-1 0,1 2-1 32,1 1-10-32,1 1 6 0,1 3-57 0,0-1-70 0,1 3 51 0,1-1-283 0,3 3 277 0,0-3-95 15,1-1-104 1</inkml:trace>
  <inkml:trace contextRef="#ctx0" brushRef="#br0" timeOffset="84840.5">12309 5885 1960 0,'5'-6'164'0,"-2"-2"-26"0,-1 1-29 16,0 1 16-16,1 2-29 0,-2-1-55 16,0 0 20-16,-1 5-36 0,0 0-25 0,0 0 9 0,0 0-9 15,0 0-8-15,-5 3 1 0,4 5-2 16,-1 1 4-16,0 4-3 0,0 0 4 16,2 3 3-16,-1 0-2 0,1 2 2 15,1-1 1-15,-1-2 0 0,2 2 0 16,0-3 0-16,0 2 2 0,1-3 3 0,0 0 3 15,0-2-3-15,1 0 3 0,-2 0 4 0,2-2-1 16,-2 0 1-16,1-2-1 0,-2 0 1 0,1-1-1 16,-2 0 2-16,0-2-2 0,0 0 2 15,-2-3-1-15,0 1 1 0,-2-1-6 0,0-1-6 16,0 0 6-16,-1-2-7 0,-1 0-5 16,0-1 0-16,-2 0 0 0,0 0 1 0,-2-1-2 0,-2 1 2 15,1-1 2-15,0 0 0 16,-1 1-1-16,0-1-2 0,0 1 2 0,-3-1-29 15,5 1-36-15,0-1 27 0,0 0-139 16,4 0-227-16,0-1 143 0,3-1-118 0,4-1-155 0</inkml:trace>
  <inkml:trace contextRef="#ctx0" brushRef="#br0" timeOffset="85007.76">12287 5823 2394 0,'16'-5'161'15,"2"-1"-28"-15,1 1-27 16,0 0 16-16,3-1-27 0,1 1-54 0,1 0 16 0,2 1-28 16,-3 0-24-16,3-1 8 0,0 0-80 15,-2 1-124-15,0-1 85 0,0-1-64 0,-3 0-100 16</inkml:trace>
  <inkml:trace contextRef="#ctx0" brushRef="#br0" timeOffset="86006.6">14559 5086 1082 0,'3'-7'244'16,"5"-6"-230"-16,-9-15 152 0,9 16 9 0,-1 1 126 15,-3-1-155-15,2 3 11 0,-2 2 22 16,-1 0-56-16,0 3-44 0,0 1 18 0,-3 3-38 16,0 0-29-16,0 0 13 0,0 0-18 15,0 0-19-15,-6 8 3 0,5 1-5 16,-3 2-1-16,2 6-1 0,-2 3 0 0,2 4 1 0,-1 3-1 15,-1 3-1-15,2 1-1 16,-1 1 1-16,2 2-29 0,-3-2-38 0,2-3 28 0,0 1-97 16,0-4-120-16,1-1 71 0,0-1-70 15,0-4-78-15</inkml:trace>
  <inkml:trace contextRef="#ctx0" brushRef="#br0" timeOffset="86214.21">14367 5247 1421 0,'-3'1'251'0,"1"-1"-115"0,2 0-88 16,0 0 95-16,0 0-8 0,0 0 31 0,0 0-47 16,9-3-53-16,0 1 13 15,3 0-26-15,4-1-17 0,2-2 8 0,6 1-16 0,4-3-14 16,3 4 4-16,4-2-6 15,2-1-10-15,0 1 2 0,2 0-52 0,-3 0-67 0,-2 0 50 16,-1 1-270-16,-5 3 255 0,-4 1-83 0,-3 0-102 16</inkml:trace>
  <inkml:trace contextRef="#ctx0" brushRef="#br0" timeOffset="87170.94">15422 4833 1456 0,'3'-10'96'0,"2"1"41"16,1 1 3-16,2-1 150 15,-9-16-204-15,8 15 8 0,4 3 20 16,-3-4-46-16,2 2-36 0,0 2 10 0,0-3-17 15,-2 4-16-15,2 2 5 0,-1 1-8 16,-1 1-6-16,-1 2 1 0,-1 1-5 16,-1 3-7-16,-2 0 4 0,-3 2-11 15,0 2-12-15,-3 1 6 0,-3 0 1 0,0 3-4 16,-1-1-4-16,-4 1 11 0,1-1 10 0,-1 2-5 16,-2 0 9-16,1-1 4 0,1 0 0 15,1 0 2-15,-1-3 0 0,2 1 0 0,2-1 2 16,0-3 1-16,3 0-2 0,-1-1 4 15,4-2 4-15,0-1-2 0,1-2 7 16,0 0 3-16,7 2-2 0,1-2-2 0,1-1 0 0,1-2 3 16,-1 0-4-16,4-1-6 0,0 2 0 0,0 0-3 15,0-1-1-15,-2 1 0 0,0 2-2 16,2 0 0-16,-2 1-1 0,-2 1 0 0,-1-1 0 0,0 2 0 16,-1 2 1-16,-2-1 6 0,0 1-3 15,-2 1 5-15,-1 0 5 0,0 1-2 0,0 2 4 16,-2-2 6-16,0 1-2 0,-3-1 3 15,0 1 3-15,-2 1-1 0,1-1 3 0,-2-1 1 16,-1 1 1-16,-2 0-4 0,2-1-1 0,-2 0 2 16,0-1-6-16,-2 0-7 0,2 0 4 0,-3-2-3 15,0 1-6-15,2-3 1 0,-1 1-1 0,0-2 0 16,3-1 0-16,-2 0-5 0,0 0-3 0,2-3 2 16,-1 0-9-16,0 0-12 0,-1-1 6 0,0-2-16 15,-2-1-23-15,1 1 11 0,0-2-47 0,0 1-61 16,1-1 38-16,1-1-167 0,3 3 211 0,0 0-92 15,2 2-70-15</inkml:trace>
  <inkml:trace contextRef="#ctx0" brushRef="#br0" timeOffset="87986.74">15863 4755 887 0,'2'-8'280'0,"-1"4"-94"0,0 0-110 0,1 1 212 15,-1-1-125-15,-1 4 19 0,0 0-49 0,0 0-53 0,0 0 23 16,4 7-33-16,-2 3-34 0,0 0 6 16,1 5-14-16,0 1-3 0,-1 2 6 0,3 2-11 15,-2 0-6-15,0-1 3 0,1 0-6 16,-1 0-4-16,0-2 2 0,1 1-2 0,2-2-2 16,-1 0 0-16,1 0-1 0,0-2 0 0,0-1 1 15,0-1-2-15,-1-2-1 0,-1-2 1 16,1-1-2-16,-3-2-5 0,-1-1 2 15,-1-4-5-15,0 0-6 0,-1 0 3 0,-12 2 2 16,5-2-2-16,-3-2-2 16,-3-1 4-16,-1 0 6 0,-1 0-1 0,-3-1 1 0,2 0 2 15,0 2-1-15,-1-2 1 16,3 2 0-16,2-2 0 0,-1 2 0 0,3-1 0 0,4 1 0 0,-3 0 1 16,5-1 0-16,2 0 0 15,0-1-1-15,2 1-2 0,4-1 2 16,-1-1-4-16,4 0-1 0,2 0 1 0,2-1 1 0,1 0 0 15,3 0-3-15,2-1 5 16,0-1 0-16,3 0 0 0,-1-1 1 0,0 2 0 16,0-2 1-16,1-2 0 0,-1 1 0 0,-2 2 1 0,1-2 1 15,0 1 3-15,-1 0-2 0,-1-2 4 0,-1 1 5 0,-3 1-2 16,1-1 4-16,-4-2 6 0,-2 3-2 16,0 0-1-16,-6-1-1 0,0 2 2 0,-2-1-5 0,-3 1-7 15,-2 1 4 1,-1 1-5-16,-2 0-4 0,-3 1 1 0,-1 1-3 0,0 1-2 15,-1 2 1-15,-1 1-1 16,1 0-3-16,1 4 1 0,-1-1-4 0,3 3-19 0,1 1 13 0,2 3-74 16,3-1-92-1,2 0 64-15,4 4-250 0,3 1 271 0,3 0-118 0,1 2-103 16</inkml:trace>
  <inkml:trace contextRef="#ctx0" brushRef="#br0" timeOffset="88590.55">16315 4794 1632 0,'6'-19'151'0,"-1"0"-21"0,-2 1-20 0,0 2 12 0,-3 0-25 0,0 2-40 0,-3 1 18 16,-2 4-34-16,-2 1-18 0,-3 2 8 15,0 3-16-15,-1 1-11 0,-2 2 4 0,0 3-7 16,-2 1-3-16,3 2-1 0,-2 1 1 16,2 3 0-16,1 1 0 0,0 4 2 0,2-1 3 15,0 1-1-15,5 2 2 0,0 0 3 16,4 0-1-16,0 0 1 0,3-3 2 0,4-2-1 16,2 0 0-16,2-2 2 0,1-3-1 0,1-3 1 15,1-2 1-15,0-2-1 0,2 0-1 16,-2-4 1-16,0 0 1 0,1-3-2 0,-2-2 1 15,-2 0 0-15,-1-2 1 0,-2 0 2 16,-3 0-1-16,-2 0 1 0,-1 0 1 0,-2 3 1 16,-2 0 1-16,-1 2 0 0,-1 0-1 0,-1 2-2 15,-1 2-2-15,0 2 3 0,-1 0-4 16,0 3-6-16,0 1 2 0,1 3-1 16,-1 2-1-16,1 0-1 0,1 4 1 0,1-2 2 15,1 2-2-15,2 2 2 0,0 1 0 0,2-1 1 16,1 1-3-16,2 0 1 0,2-1 0 0,0 2-2 15,1-3 0-15,0 2 0 16,1-2 0-16,-1-1 0 0,-1-1 0 0,-1 0 0 16,-1-2 3-16,-2 0-1 0,-1-2 3 15,-1-2 4-15,-1 0-3 0,-5-3 2 0,0 1 3 0,-2-2-1 16,-4-1-1-16,-1-1-2 0,-3 0 2 16,-4 0-5-16,0-1-2 0,0 0 2 15,-3-1-3-15,4 0-2 0,-1 0 1 0,0 0-3 16,3-1-5-16,3 0 2 0,3 0-21 15,0 0-29-15,1-2 20 0,2-1-66 0,5 1-88 0,3-1 51 16,2 0-243-16,3 2 287 0,2-2-117 16,7 2-96-16</inkml:trace>
  <inkml:trace contextRef="#ctx0" brushRef="#br0" timeOffset="88938.07">16493 4923 1480 0,'-2'7'208'0,"-1"1"-25"15,1-1-26-15,0 1 13 0,-3 0-27 0,1-1-63 16,2 1 23-16,1 0-41 0,1 0-30 0,3-2 9 0,-1 1-13 16,6 0-12-16,1-3 2 0,4-1-5 15,0 0-2-15,3-2 1 0,2-1-3 0,-1-2-5 16,3-3 2-16,-1-1 1 0,1-2-1 0,-3-1-2 0,2 1 2 15,-2-3 1-15,-3 1 0 0,1 0 4 16,-3-1 0-16,-2 1-1 0,-3-2 3 0,-1 1 0 0,-4-2 1 16,-1 0 0-16,-3 2-1 0,-3-1 2 0,-3 0-1 15,-1 2-2-15,-2 1 1 0,-4 0-3 0,-1 6-4 0,-3 0 3 16,-3 1-4-16,-2 3-5 0,-1 2 0 16,-1 1-3-16,0 5-7 15,2 0 3-15,3 1-58 0,3 2-83 0,5 3 59 0,3 0-316 0,4 1 308 16,5-1-99-16,8-2-123 0</inkml:trace>
  <inkml:trace contextRef="#ctx0" brushRef="#br0" timeOffset="89454.52">17187 4873 1698 0,'-1'-5'228'0,"-2"2"-120"0,2-1-73 0,1 4 66 16,0 0 6-16,0 0 22 0,-1 0-37 0,-15-1-55 16,10 6 14-16,-2 1-23 0,0 0-20 0,-4 1 6 15,2 2-8-15,1 1-6 0,2 3 1 16,-2-1 0-16,3 0-1 0,2 0 0 0,3 1 0 16,2-1 1-16,5-1-1 0,1-1 3 15,7-2 2-15,3-1-3 0,1-2 3 16,3-2 1-16,-2-3 0 0,6-2-1 0,1-2 0 0,-2-2 0 15,-1-3-2-15,-1 1 0 0,-1-2 0 16,-2 1 1-16,1-2 1 0,-6 2-1 0,-4-2 2 16,-1 1 3-16,-5 0-2 0,-1-1-1 0,-3 0 0 15,-2 1 2-15,-2 0-2 0,-4 1-1 0,-2 1-1 16,-2 3 2-16,-2-1 1 0,-3 4-1 0,-2 1-1 16,-1 0 0-16,-4 2 2 0,-1 2-3 15,1 2-4-15,-1 0 2 0,2 2-3 0,3 1-6 0,1-1 3 16,4 6-19-16,5-2-28 0,4-1 18 0,5 1-96 15,2 0-117-15,7-1 72 0,6 0-77 16,7-2-92-16</inkml:trace>
  <inkml:trace contextRef="#ctx0" brushRef="#br0" timeOffset="89802.27">17540 4858 1683 0,'-5'3'147'16,"-3"1"-39"-16,0 0-30 0,0 2 19 16,-2-1-21-16,0 1-59 0,1 2 10 0,0 0-14 0,3 1-5 15,2 0-1-15,2 1 3 0,2-1 6 16,3 0-3-16,2-1 7 0,3 1 7 0,3-1-3 0,2-2 10 16,1-1 7-16,2-3-3 0,3 1 0 15,0-3 0-15,2-1 3 0,0-2-8 0,0-2-11 0,0-1 5 16,-1-1-7-16,2 1-6 15,-5-3 0-15,0 1-1 0,-3-1 0 0,-3 1-1 0,-2-2 4 16,-3 1 2-16,-2-2-3 0,-1 1 5 16,-3 0 4-16,-2 0-1 0,-2 0 1 0,-2-1 0 0,-2 0 1 15,-3 3-7-15,-1 1-7 0,-3 1 6 16,-4-1-8-16,0 3-8 0,-4 2 0 0,-1 2-2 16,0 1-4-16,2 4 1 0,1 1-7 15,3 2-19-15,5 3 11 0,4 1-74 0,3 0-89 0,6 1 62 16,8 1-251-16,3 0 276 15,7-3-117-15,4-1-107 0</inkml:trace>
  <inkml:trace contextRef="#ctx0" brushRef="#br0" timeOffset="90135.65">17980 4881 1684 0,'-6'-1'212'16,"0"1"-40"-16,0 2-33 0,-2-2 24 0,0 3-37 15,0 3-71-15,1-1 20 16,0 2-33-16,0 0-27 0,4 2 9 0,1 0-11 0,2 0-6 0,3-1 0 16,2-1 1-1,2 0 2-15,4-2 0 0,3 0 0 0,2-1 1 0,2-2 1 0,4-1-1 16,1-1 0-16,0-3 0 16,2 0-1-16,-1-1-1 0,-1-2 0 0,-1-1 1 0,-2 0 0 0,-2-1-1 15,-1-1 3 1,-6 2 2-16,-1-2-1 0,-4-1-1 15,-3 1 1-15,-4-1 1 0,-2 0-3 0,-6 1-2 0,-4-3 1 16,-1 0-3-16,-6 2-2 0,-2 0 1 16,-6 0-6-16,-2 4-3 0,0 2 3 0,-3 2-5 15,3 4-11-15,1 5 5 0,1 4-69 16,3 3-106-16,6 2 75 0,3 1-58 0,2 2-87 0</inkml:trace>
  <inkml:trace contextRef="#ctx0" brushRef="#br0" timeOffset="90835.21">14977 5422 1861 0,'25'-8'144'0,"-11"2"-69"0,-1-2-20 15,-1 0-3-15,1 1 4 0,3 1-5 0,0 1-7 16,-1-1 3-16,0-2-8 0,0 2-5 16,2 1 3-16,2 0-8 0,0 2-9 0,0-1 4 15,3 1-7-15,3 0-3 0,3 1 0 0,4 1 3 16,2-1 2-16,3 1-3 0,6 1 2 0,2 0 4 16,7 0 0-16,7-1 1 15,2 0-2-15,7 1 2 0,9 0-4 0,0 1 1 16,6 0 1-16,8 0-3 0,0 0-3 15,2 0 1-15,7 1-3 0,-2-1-2 0,1-1 0 16,6 0-3-16,-6 0-1 0,2 0 1 0,5-1-2 16,-7-2-1-16,-3 1 0 0,6-2 0 15,-8 1-2-15,-4-1 2 0,3 0-2 16,-8 0 1-16,-4-1 0 0,4 1-2 0,-6 0 0 16,-6-2 0-16,4 1-1 0,-3 1-6 15,-2-1 4-15,0-1-19 0,-5-1-19 0,-3 1 13 0,3 0-38 16,-8 2-64-16,-2 0 34 0,-5-2-207 15,-5 3 231-15,-5 2-81 0,-1 0-72 16</inkml:trace>
  <inkml:trace contextRef="#ctx0" brushRef="#br0" timeOffset="91335.18">16115 6109 1095 0,'6'-5'77'0,"-3"-14"-19"0,10 12 27 0,-1 0 175 0,4-5-132 0,0 0-44 16,3 3 20-16,3-5-29 15,1-1 38-15,0 1 35 0,3-2-67 16,1 0 12-16,-1 2-15 0,-1-2-2 0,-1 0 10 0,-5 3 29 16,-1 2-56-16,-4 3-9 0,-7 2 6 0,3 1-12 0,-8 2-13 0,-1 2 3 15,-1 2-12 1,-1 2-6-16,-4 2 6 0,-3 0-10 16,1 3-7-16,-4 0 1 0,2 4-3 0,-2 1-1 15,-2 3 0-15,0 2-1 0,0 1-2 0,3 3 1 16,0 0-31-16,0 2-42 0,2-2 30 0,2 1-114 15,2 1-151-15,3-2 92 0,2-1-88 16,2-2-101-16</inkml:trace>
  <inkml:trace contextRef="#ctx0" brushRef="#br0" timeOffset="91535.3">16579 6040 1657 0,'1'-4'257'15,"-1"2"-120"-15,0 2-87 16,0 0 113-16,0 0-40 0,0 0 21 0,0 0-30 0,0 0-56 16,1 7 17-1,-5 1-32-15,1 2-17 0,-2 3 9 0,-2 3-15 16,1 3-17-16,-1 0 6 0,0 3-45 16,1 0-62-16,0 1 42 0,2 0-148 0,4-2-228 15,0-1 135-15,2 1-119 0,5-2-144 16</inkml:trace>
  <inkml:trace contextRef="#ctx0" brushRef="#br0" timeOffset="91835.48">16789 6014 1213 0,'18'-24'254'0,"1"3"-14"0,-1 1-26 15,0 1 23-15,0 0-60 0,-4 3-30 0,-1 4 27 16,0 0-52-16,-3 3-29 0,-3 2 11 16,-2 2-25-16,-3 1-18 0,-1 0 9 15,-1 4-21-15,0 0-16 0,0 0 12 0,-5 7-21 16,1-2-13-16,-2 4 6 0,1 4-9 0,-2 3-6 16,-3-1 0-16,3 3 0 0,0 1-4 0,1 1 2 15,0 1-21-15,-2-2-27 0,2 2 21 0,2-1-86 16,2 0-99-16,0-3 63 0,1 0-263 15,1-1 311-15,4-4-135 0,6-3-113 0</inkml:trace>
  <inkml:trace contextRef="#ctx0" brushRef="#br0" timeOffset="92248.95">17220 5752 1762 0,'2'-5'183'0,"-1"1"-14"16,2 1-25-16,-3 0 11 0,1 0-25 0,-1 3-42 15,0 0 21-15,0 0-45 0,0 0-33 0,0 0 16 16,-1 0-23-16,1 0-22 0,-14 6 5 16,12 0-6-16,-1 2-3 0,-1 2-2 0,2 1-2 15,-1 2-3-15,3 0 3 0,-1 1-8 0,1 0-7 0,1-1 4 16,3 1 0-16,1-2-1 0,-2-1-4 15,2-3 7-15,-1 1 7 0,4 1-3 16,-2-2 5-16,0 1 3 0,-3-3 0 0,0 0 1 16,3 2 2-16,-1 0-1 0,-1-1 1 0,-5-2 1 15,1 1 1-15,2 0 1 0,-2-1 2 0,0 1 0 16,-1 0 2-16,-1-1 1 0,-2 0 0 0,1 1-1 16,-3 0-1-16,-1 0 2 0,1 1-2 0,1-1-2 15,-3-1 0-15,1 1-1 0,2-1-3 0,-2 0 0 16,1-1-9-16,0-1-6 0,0-1 4 15,-2 0-1-15,2-2-5 0,-2 0-2 0,1-1-2 0,2-2 2 16,-1 1 2-16,1-3-10 0,-2 1-12 0,2-1 7 16,0-2-26-16,-1 0-29 15,0-1 17-15,0-1-83 0,2-1-116 0,-2-1 72 16,3 1-61-16,0 2-83 0</inkml:trace>
  <inkml:trace contextRef="#ctx0" brushRef="#br0" timeOffset="92455.18">17199 5722 1752 0,'3'-2'146'0,"1"0"5"16,0-1-11-16,3 2-1 0,-3-3-14 16,0 2-23-16,4-1 25 0,0 0-54 0,0 0-30 0,2-1 14 0,2 1-22 0,0-2-31 15,1 0 10-15,4 1-45 16,-3-1-48-16,0 0 32 0,2 0-145 0,-1-1-224 0,-2 4 137 15,1-2-112-15,-2 3-153 0</inkml:trace>
  <inkml:trace contextRef="#ctx0" brushRef="#br0" timeOffset="92766.88">17489 5636 1550 0,'10'1'292'15,"0"-1"-133"-15,1 0-102 0,2 1 121 0,-2-1-14 0,0 0 40 0,5 2-74 16,-5-2-57-16,0 1 18 16,2 1-33-16,-3-2-31 0,0 1 10 15,0 0-16-15,-3 0-14 0,-2 0 4 16,2 1-6-16,-4-1-5 0,-2 0 0 0,1 3-8 0,-1-1-11 0,-2 1 7 0,-2-1-7 16,-2 2-6-16,0-1-1 15,-2 2 5-15,1 0 6 16,-3 0-5-16,-1 1 8 0,-1 1 8 0,3 0-2 0,-2 2 2 15,1-1 2-15,1 1 0 0,2 0 3 0,-1 1 3 0,2-3-2 0,2 3 1 32,0-2 4-32,4 1-1 0,2-1 1 0,-1 0-2 15,4-2 1-15,6-1-10 0,1-3-19 16,1 0 12-16,6-3-74 0,1 1-104 0,2-4 70 0,3-1-241 0,1-2 267 0,-2-3-117 31,5-1-109-31</inkml:trace>
  <inkml:trace contextRef="#ctx0" brushRef="#br0" timeOffset="93920.7">19244 4982 1322 0,'7'-8'86'0,"0"2"54"0,1 1 4 0,1-1 134 0,-2 2-174 16,-1 0 10-1,0 2 22-15,-5-16-56 0,1 18-36 0,-2 0 15 16,0 0-21-16,0 0-21 0,5 11 5 16,-4-3-8-16,-1 3-7 0,-1 3 3 0,-1 1 1 15,0 3-3-15,-1 5 0 0,-2 0-3 0,2 6 1 16,-1-3 0-16,0 3-12 0,0 0-23 16,1-3 14-16,-1-1-55 0,0-5-63 0,2-2 40 0,-2-2-111 15,2-3-156-15,-2-3 83 16</inkml:trace>
  <inkml:trace contextRef="#ctx0" brushRef="#br0" timeOffset="94131.11">19078 5164 1349 0,'0'0'170'16,"0"0"0"-16,0 0-16 0,0 0 4 0,1 0-22 15,-1-1-28-15,1 0 21 0,18-11-36 0,-11 9-31 0,2 0 9 16,3-1-20-16,3 1-17 0,2-1 9 16,4-2-16-16,1 1-13 0,2 1 4 0,2-2-6 15,-1 1-11-15,-1-2 4 0,0 1-45 0,-2 1-61 16,0 2 43-16,-1 0-257 0</inkml:trace>
  <inkml:trace contextRef="#ctx0" brushRef="#br0" timeOffset="95062.82">20013 4609 1365 0,'11'-11'238'0,"2"3"-233"0,-3-1 116 0,-1 1 211 0,1 1-185 15,-7-14-52-15,2 16 6 0,-1 4 6 0,-4 1-45 16,0 0-32-16,0 0 10 15,0 0-12-15,0 0-12 0,-3 3 1 0,0 2-5 16,0 2 3-16,-1 3-1 0,0 3-3 0,-1 1-1 16,-1 4 1-16,2 1-4 0,-2 1 1 0,0 4-1 0,-1 1 2 15,1 1-2-15,0 0 1 0,-2-1-6 16,0-2-2-16,2 0 4 0,-1-4-13 0,1-1-15 0,1-3 7 16,0-2-8-16,2-3-13 0,0-3 3 15,1 0 4-15,0-5 5 0,2-2-6 0,0 0 6 16,0 0 10-16,0 0-2 0,0 0 5 0,-1-10 4 15,1 4-3-15,-1 1 3 0,1-1 6 16,0 0-1-16,0-1 2 0,-1 1 2 0,1-1 0 0,1 1 0 0,0 2 0 16,0 0 1-16,0-1 1 15,2 1 1-15,0 0 0 0,1 0 2 0,-1 1 2 0,3-1 0 0,0 0 0 16,1 0 1-16,4-1 1 0,-2 0-2 16,0 1-2-16,4 0 1 0,-2 2-2 15,1-1-3-15,-1 0 1 0,2 2-3 16,-5-2-10-16,3 3 6 0,1 1-64 0,-5-1-83 0,0 0 60 0,0 1-232 15,0 3 240-15,-2-3-95 16,3 4-106-16</inkml:trace>
  <inkml:trace contextRef="#ctx0" brushRef="#br0" timeOffset="95330.45">20161 4683 584 0,'1'-5'280'0,"-4"0"-30"0,3 2-31 0,0 0 58 0,-1 0-137 0,1 3-5 15,0 0 29-15,0 0-52 16,0 0-43-16,-1 0 16 0,0 0-27 16,-15 8-22-16,15-1 6 0,0 2-12 0,1 4-12 0,0 3 5 15,1 3-9-15,2 2-7 0,1 4 2 0,-1 0-14 0,0-1-28 16,-1 2 17-1,1-2-106-15,-1-2-161 0,4 0 107 0,0-1-90 16,1-5-118-16</inkml:trace>
  <inkml:trace contextRef="#ctx0" brushRef="#br0" timeOffset="95895.34">20575 4569 1635 0,'0'0'247'0,"0"0"-131"16,0 0-72-16,0 0 83 0,0 0-24 0,0 0 37 15,-5 7-52-15,0 1-43 0,1 1 6 16,-2 4-17-16,-1 2-9 0,2 3 8 0,-1 3-13 15,3 2-10-15,0 2 3 0,1 2-5 16,2 0-3-16,0-1 0 0,2 2-4 0,1-5-4 16,2 0 2-16,-2-3-4 0,0-4-7 15,2-1 3-15,-1-4-4 0,-2 0-1 0,1-5-1 0,-2 1 1 16,-1-4-2-16,0-3 1 0,0 0-2 16,-1 0 0-16,-13 1-1 0,4-5 2 0,0-1 1 15,-1 0-2-15,-3-2 5 0,-2-1 5 16,3 1-2-16,-1-2 6 0,0-1 4 15,4 3-1-15,-1-4 1 0,3 3 4 0,1 0 0 0,2 0-1 16,4-1 4-16,1 2-3 0,1 1-1 16,3-3 1-16,3 3 0 0,1-3 0 0,4 2-3 15,1-1 3-15,5-1-4 16,1-1 1-16,2 0 0 0,4 0 2 0,-1-2-2 0,1 2 1 16,-1-2 1-16,-1 1 0 0,-3 0 0 15,0 1 1-15,-4 1 2 0,-2 0-1 0,-2 1 8 16,-4-1 8-16,-2 2-6 15,-1-1 6-15,-4 0 10 0,-3 2-3 0,-2-2 2 16,-3 1-1-16,-4 0 2 0,-1 0-8 16,-3 2-5-16,0 1 3 0,-2 1-4 0,0 1-7 0,1 1 2 15,-1 1-9-15,1 2-4 0,2 2 2 16,0 1-12-16,6 1-43 0,1 1 23 0,4 2-158 16,4 0-262-16,8 0 176 0,3 0-139 15,5-2-195-15</inkml:trace>
  <inkml:trace contextRef="#ctx0" brushRef="#br0" timeOffset="96395.7">20788 4648 1303 0,'0'0'84'0,"-1"0"63"0,0-1 4 15,0 0 129-15,1 0-170 0,0 0 10 0,2-15 27 16,4 14-41-16,3-1-36 0,2 1 8 0,2-2-15 16,3 1-12-16,4-2 6 0,-1 0-14 0,1 1-9 0,1-1 5 15,1-5-10-15,0 2-9 0,-1 2 2 16,-3-2-5-16,-3 3-5 0,0 2 1 0,-2 0-3 0,-2 1-5 0,-2 2 2 16,-4-2-5-16,0 1-3 15,-2 2 1-15,-2 0-1 0,0 2-1 16,-1 1-1-16,-1 2 2 0,-3 0 2 0,1 3 0 15,-3 2-1-15,0 2 2 0,-1 2 0 16,-2 3-2-16,1 2-5 0,-1 4 2 0,-1 2-8 16,0 1-8-16,1 1 5 0,-2 2-14 0,2-2-19 15,-2-4 10-15,3 0-35 16,2-3-46-16,-1-3 27 0,2-2-82 0,0-4-116 16,2-3 63-16,1-1-58 0,2 0-70 0</inkml:trace>
  <inkml:trace contextRef="#ctx0" brushRef="#br0" timeOffset="96596.72">20786 4878 1552 0,'-1'-7'177'16,"1"-1"0"-16,-1 0-16 0,-2 2 4 15,6 0-26-15,-3-2-36 0,4 1 27 0,0 3-48 16,3 0-41-16,-1-2 13 0,5 1-24 15,2-2-21-15,3 0 6 0,6 2-11 0,-2 0-20 16,4 1 8-16,3-1-78 0,2 4-99 0,0 1 71 16,2 6-60-16,-5-2-87 0</inkml:trace>
  <inkml:trace contextRef="#ctx0" brushRef="#br0" timeOffset="96868.68">21170 4875 1621 0,'5'-8'261'16,"1"-1"-128"-16,1-3-85 0,3-2 97 16,2 1-16-16,0-5 35 0,3-3-56 0,1-1-51 15,3-2 13-15,1 1-25 0,0 0-21 0,1 1 7 16,-1-1-13-16,-1 4-8 0,0 4 1 16,-2 0 2-16,-4 2 0 0,-2 4-2 0,-1 2 6 15,-4 2 7-15,-4 3-2 0,-2 2-10 16,0 0-4-16,0 0 7 0,0 0-4 0,-6 8-11 15,1 0 0-15,-2 2-2 0,1 2 3 16,0 4 0-16,-3 3 0 0,2 1 1 16,-1 2-1-16,1 4-1 0,0 0-17 0,2 0 10 0,0 2-53 15,2-2-69-15,2-1 49 16,1 0-245-16,2-3 245 0,2-2-91 0,1-3-84 0</inkml:trace>
  <inkml:trace contextRef="#ctx0" brushRef="#br0" timeOffset="97529.03">21995 4673 1036 0,'5'-4'68'0,"-2"1"109"0,-2 0 7 0,0 0 103 0,-6-15-139 16,4 17 6-16,-2-1 28 0,-3 2-74 0,0 0-64 15,-5 2 21-15,-2-2-29 0,1 3-18 0,-3 2 2 16,-2 1-5-16,1 5-3 0,-1 1 3 0,1 2-4 15,1-1-7-15,3 5 4 0,1-1-4 16,4 0-3-16,1-1 0 0,6-1 3 16,1-2 4-16,8-2-5 0,4 0 6 0,4-5 4 15,4-1-2-15,6-1-1 0,3-4-3 0,2-4 3 0,5-1-8 16,-3-3-4-16,2-2 1 0,-2-2 0 16,-1-2-1-16,-4 0-2 0,-3-1 3 15,-5 1 8-15,-4-1-3 0,-3-1 6 16,-6 3 3-16,-2 0 0 0,-4 0-1 0,-5 1 2 15,-5 1 1-15,-2 3 0 0,-3 0-2 16,-5 2 0-16,0 1-2 0,-4 2-1 0,-3 1 2 16,-2 1-6-16,1 1-2 0,-1 3 0 0,0 0-4 15,3 2-4-15,3 1 2 0,2 2-13 16,4-1-27-16,8 3 18 0,-4 0-97 16,11 1-114-16,5 0 79 0,5 0-72 0,5-2-95 15</inkml:trace>
  <inkml:trace contextRef="#ctx0" brushRef="#br0" timeOffset="97868.5">22386 4616 1546 0,'-7'-1'228'0,"-1"1"-118"0,0 1-71 0,-4-1 72 15,3 3-6-15,-2 0 31 0,-1 3-49 16,-2 1-49-16,3 0 13 0,-2 4-21 15,2-1-18-15,7 1 5 0,-3 2-5 16,3 0-3-16,4 0-2 0,5 2 8 0,2-3 6 16,5-1-5-16,2-2 5 0,1-3 6 0,6-1 0 15,2-3-4-15,1-2-2 0,1-4 3 16,2-2-7-16,-2-1-2 0,1-2 0 0,-1 0-4 16,-3-1-1-16,0-1 1 0,-5 0 0 15,-2 2 1-15,-4-1-1 0,-1 0-3 0,-6 1 2 0,-2 1 1 16,-1-2-4-16,-6 1-5 0,-3 1 2 15,-1-2-3-15,-3 3-3 0,-2 0 0 16,-2 1-2-16,-1 0-2 0,-2 4 1 16,-1-1-1-16,2 3-1 0,0 0 0 0,2 3-6 15,1 0-23-15,4 2 14 0,2 2-88 16,3 1-117-16,5 0 80 0,3 1-70 0,5-1-96 16</inkml:trace>
  <inkml:trace contextRef="#ctx0" brushRef="#br0" timeOffset="98212.73">22767 4657 1308 0,'-4'3'107'16,"0"2"17"-16,0 0-3 0,-1 0-3 0,-2 2-27 16,1 2 0-16,2 0 21 0,1 1-37 0,-1 1-31 15,0-1 10-15,3 0-14 0,3-1-11 0,3-2 0 16,4 1 1-16,0-4 2 0,1 2-2 0,5-4 8 15,3 1 4-15,0-2-2 0,3-3-3 16,0-1 1-16,1-2 5 0,0-1-11 0,2-1-9 0,-2-2 4 16,-1-1-7-16,-1 1-4 0,-3 1-1 15,-4-2 4-15,1 1 2 0,-5 0-3 0,-3 0 2 0,-4-1 2 16,-1 2 2-16,-1-2-4 16,-5 1-3-16,-1-1 4 0,-7 0-5 0,-1 2-8 0,-2 0 4 15,-4 1-7-15,-3 2-6 0,-4 1 2 16,-3 2-3-16,1 2-6 0,1 2-1 15,0 3-15-15,-1 2-36 0,3 2 24 0,4 3-129 16,5 2-261-16,9 2 166 0,1-2-125 16,6-2-171-16</inkml:trace>
  <inkml:trace contextRef="#ctx0" brushRef="#br0" timeOffset="98925.47">19814 5240 1124 0,'1'-3'75'0,"-3"-13"53"0,7 15 3 0,-3-3 111 0,4 1-144 16,-1 0 7-16,-1-1 19 0,2 1-44 0,-2-1-30 15,1 2 9-15,-2-4-13 0,2 1-9 16,1 3 0-16,-1-1-5 0,3 2-2 0,-1-1 2 15,3 2-4-15,1-3-2 0,2 4 1 0,5 1-5 16,2-2 0-16,4-1 0 0,3 1-1 16,5 0-4-16,3 1 2 0,4-2 1 15,1 0 2-15,5 1-2 0,5-2-3 16,1 2 0-16,4 0 3 0,3-1-2 0,0-1-6 0,3 2 1 16,8-1-3-16,-2-2-2 0,0 1 1 0,3 0 1 15,0 0-5-15,3-2 1 0,6 0-2 16,-4-1-2-16,0-1 2 0,7-1 0 15,0 2-2-15,1-4-1 0,4 1 2 16,-4 1 0-16,1-1 0 0,6 2 1 0,-4-1 0 0,1 1-1 0,1-3-1 16,-3 2 1-16,-2 0 0 15,5-1-2-15,-5 0 0 0,-5 0 1 16,2 0-2-16,-6 1 0 0,-4 0 0 0,2 0-9 0,-3 0-9 16,-7 2 7-16,-1-1-28 0,-3 1-33 0,-4 2 21 15,-1-1-86-15,-6 2-110 0,-5 0 67 16,-3 2-59-16,-9 0-78 0</inkml:trace>
  <inkml:trace contextRef="#ctx0" brushRef="#br0" timeOffset="99442.88">20411 5982 1847 0,'7'-6'72'0,"3"-2"4"0,2-1-5 0,2 1-3 16,2-4 1-16,2 1-4 15,4-2 6-15,3-4-13 0,-1-1-2 0,4-1 0 0,3 0-3 0,-2 0-1 16,1 0 2-16,1-1 0 15,-3 1 2-15,-4 5-3 0,1 0-4 16,-6 3 2-16,-5 2 4 0,-1 2-6 0,-4 3-9 0,-4 0 4 16,-5 4-16-16,0 0-9 0,0 0 8 15,0 0-12-15,-4 7-13 0,-3 0 4 16,-3 1-6-16,-1 2 0 0,1 4-1 0,-3 3-1 16,-1 3 1-16,0 1-1 0,-1 4-3 15,2-1-16-15,4 1 11 0,-1 1-57 0,2-3-54 16,2-2 42-16,3-2-119 0,3-2-168 0,1-3 88 15,3 0-75-15,0-3-96 0</inkml:trace>
  <inkml:trace contextRef="#ctx0" brushRef="#br0" timeOffset="99644.47">20910 5900 1243 0,'-6'2'272'0,"6"-2"-116"15,0 0-90-15,0 0 190 0,0 1-128 0,0 0 17 0,-4 13-27 16,5-7-39-16,-4 1 10 0,-2 3-26 16,-1 2-19-16,-1-1 11 0,-1 2-19 15,2-1-20-15,0 3 7 0,1 0-16 0,-2 0-28 0,3 0 15 16,2 2-104-16,-1-1-128 0,0-2 90 16,3 3-79-16,0-3-110 0</inkml:trace>
  <inkml:trace contextRef="#ctx0" brushRef="#br0" timeOffset="99927.39">21079 5924 1492 0,'18'-25'193'0,"2"-1"-18"0,-1 2-18 0,0-1 9 0,3 1-16 16,-1 1-36-16,-3 1 13 0,1 4-30 15,-3 3-16-15,-2 2 11 0,-1 3-24 16,-4 3-17-16,-3 2 9 0,-1 1-23 0,-5 4-19 16,0 0 9-16,0 0-12 0,-2 5-14 15,-1 1 4-15,-3 2-5 0,-1 4 0 0,-1 2 0 16,0 5 0-16,0 2 0 0,-2 2 0 0,0 4-1 16,0 0-10-16,0 1 6 0,1 0-38 0,1-1-43 0,0-2 30 0,3-2-109 15,0-1-137 1,5-4 79-16,-1 0-75 0,2-5-92 0</inkml:trace>
  <inkml:trace contextRef="#ctx0" brushRef="#br0" timeOffset="100427.42">21563 5650 1534 0,'6'-2'209'15,"-5"0"-26"-15,-1 0-33 0,0 1 21 0,0 0-59 16,-4 0-55-16,1 1 29 0,-3 2-42 0,1 1-34 0,-1 1 6 0,1 1-10 31,-2 2-3-31,-2 1 1 0,2 1-2 0,-1 1-2 0,4 2 0 0,0-2 0 0,0 0-3 16,0 1 2-1,4 0-3-15,3-1 1 0,1-2-1 0,2 1 3 0,0-3 0 0,0-1 0 16,4 1 1 0,-1-2 2-16,-3-1-1 0,1-1 2 0,0-1-1 15,0 1 0-15,-1 1 2 0,3 0-1 0,-4 0-1 16,0 0 1-16,1 2 0 0,-1 0 0 16,0 2 1-16,-1-1-2 0,1 0 1 0,-1 0-3 15,-1 2 1-15,1-1 0 0,-1 0-3 16,1 0-3-16,-2-1 1 0,0 3-2 0,1 0-3 0,-3-2 1 15,0-1 2-15,0 1 1 16,-1-1-1-16,0 1 2 0,-3-1 3 16,0-4-1-16,-3 0-2 0,1 0-3 0,-1-1 2 15,-1 0-11-15,-1-1-10 0,-1-1 5 0,-1 0-2 16,-1-1-7-16,1-1-2 0,-1-1-13 16,-2 1-26-16,0-2 21 0,0-2-98 0,1 1-122 0,1-2 81 0,1 0-76 0,1-2-94 31</inkml:trace>
  <inkml:trace contextRef="#ctx0" brushRef="#br0" timeOffset="100607.42">21523 5656 1740 0,'5'-4'207'0,"1"0"-32"0,5 1-26 0,-1 0 16 0,2-1-23 15,1-1-57-15,2 1 13 0,1-3-36 0,2 2-25 16,0 0 15-16,-1-3-31 0,1 2-45 16,0 0 20-16,1-1-114 0,-1 1-162 0,0-1 108 15,-1 2-84-15,-4 1-123 0,-1 0-53 0</inkml:trace>
  <inkml:trace contextRef="#ctx0" brushRef="#br0" timeOffset="101092.62">21972 5505 1294 0,'9'-5'262'16,"4"-1"-38"-16,-2 1-40 0,1-1 33 0,2-1-69 16,0 3-66-16,1-2 33 0,0 2-55 15,0 1-36-15,0-1 11 0,0 2-17 16,-2 0-13-16,1 2 4 0,1-1-7 0,-6 3-6 0,0-2 2 15,-1 3-8-15,-3 1-7 0,-2 1 4 16,1 1 1-16,-5 0-2 0,-3 0-3 0,1 0 6 16,-3 1 6-16,-2-1-2 0,0 2 3 15,-1-3 2-15,0 1 1 0,-1-2-1 0,1 2 1 16,1 1-1-16,0-1 1 16,1 1 1-16,1-1 0 0,2 1 0 0,0 1 1 0,2 0 0 0,1-1 1 15,1 0 1-15,0 0 0 16,3-1 1-16,1 0 0 0,2 0-1 0,1 0-1 15,1-1 1-15,2 1 0 0,0-1-2 16,1 1-4-16,1 0 1 0,-1 0-2 0,0 1-2 0,-1-1 0 16,2 2 1-16,-4-1 2 15,0 1-2-15,1 0 7 0,-3 0 7 16,-1 0-5-16,-2 0 17 0,0 0 13 0,-5-2-8 0,1 1 9 16,-3-1 11-16,-4 0 0 0,-2-2-4 15,0-1-4-15,-2 2 4 0,-5-1-11 0,1-1-10 16,-2 0 5-16,-6 0-9 0,0-2-7 15,-2 2 2-15,-3-2-15 0,3 1-29 0,-3-2 18 0,0 0-128 16,2-2-268-16,1-1 181 16,3-2-111-16,3-1-186 0,2 1-91 0</inkml:trace>
  <inkml:trace contextRef="#ctx0" brushRef="#br0" timeOffset="115143.39">8621 7394 1091 0,'-1'-6'193'0,"-1"2"-189"0,1 1 112 0,-1-2 164 0,1 1-121 15,-10-13-33-15,9 16-7 16,0-1 16-16,-1 2-44 0,0 2-38 0,0 3 19 0,1 2-28 15,-2 3-23-15,2 2 5 0,-1 3-10 16,2 2-3-16,1 1 1 16,-2-1-3-16,2 2-4 0,-1 4 1 0,2 1-2 15,1 1-12-15,2 0 6 0,-4-2-45 0,1-2-54 16,-1-3 39-16,1-1-66 0,2-4-103 16,-1-3 44-16,-1-4-46 0,-1-3-40 0</inkml:trace>
  <inkml:trace contextRef="#ctx0" brushRef="#br0" timeOffset="115491.19">8374 7394 970 0,'-8'-8'199'16,"3"0"-76"-16,2 4-79 0,-1-3 130 15,2 1-18-15,0 1 8 0,2-1-41 0,0 0-23 16,3 2 20-16,2-1-32 0,2-1-40 0,0-2 13 15,6 2-18-15,-1 0-13 0,2 2 3 0,4-2-7 16,1-1-5-16,2 3 2 0,1 1-5 0,-1 1-6 16,-1 2 3-16,-1 0-5 0,3 1-5 0,-5 1 2 15,1 5-2-15,-6 0-2 0,-1 2 0 0,0 0 1 16,-2 0 0-16,-3 1-1 0,-1 2 0 16,-1-2 2-16,-2 0-1 0,-2-1 0 0,0-1 2 15,-2 0-1-15,-3-1 0 0,-1-1 0 0,-2 1 1 0,-3-2-1 16,1 0-1-16,-2 0 0 0,-5-1-2 15,1-1 1-15,0 0 0 0,1 1-2 0,1-2-1 16,1-1 0-16,-1 0-12 0,3 0-14 0,4 0 10 16,0-1-32-16,3 0-47 0,3-1 27 0,0-1-101 15,2 1-125-15,3-2 76 0,4 1-68 0,2 1-90 16</inkml:trace>
  <inkml:trace contextRef="#ctx0" brushRef="#br0" timeOffset="115841.81">8761 7395 620 0,'0'0'329'0,"0"0"-59"0,0 0-45 16,0 0 81-16,0 0-164 0,0 0-21 16,0 0 22-16,0 0-42 0,1 8-41 0,0 2 17 0,1 1-31 15,1 2-21-15,1 2 7 16,1 4-11-16,2 0-11 0,2 0 2 0,1 3-4 15,1-2-3-15,1-1 1 0,3 1-2 16,0-3 0-16,-1-2 0 0,1-2 1 16,0-2 2-16,-1-5-2 0,0-1 3 0,0-2 2 0,-1-3 0 15,2-4-1-15,-2-2 1 0,-1-1 1 16,0-4 0-16,-2-1-1 0,1-2 0 0,0 1 0 16,-4-3 1-16,-1 0 0 0,-2 0-1 0,-1 0 3 15,-3 1-2-15,1-1-4 0,-5 2 0 16,0 1 2-16,0 0-4 0,-1 1-4 0,-1 2 3 15,1 1-14-15,1 2-19 0,0 1 13 16,2 3-77-16,2 3-98 0,0 0 66 0,0 0-60 16,5-1-78-16</inkml:trace>
  <inkml:trace contextRef="#ctx0" brushRef="#br0" timeOffset="116098.59">9342 7467 1191 0,'0'0'186'16,"0"0"1"-16,0 0-12 0,1 0 23 0,-1 0-81 15,15 3-5-15,-8-3 29 0,3 1-51 0,-2-1-49 0,2 0 18 16,2-1-29-1,-1 0-18-15,0-1 4 0,1 0-11 0,-3 1-19 0,1-2 11 0,-1 0-70 16,-2 1-76-16,-1-1 55 16,-1 0-185-16,-1 0 206 0,-4 3-96 0,0 0-85 15</inkml:trace>
  <inkml:trace contextRef="#ctx0" brushRef="#br0" timeOffset="116274.16">9318 7561 1391 0,'0'0'132'0,"1"0"8"16,0 0-13-16,17-9 5 0,-11 8-43 15,1-1-21-15,1 1 30 0,0-2-43 0,2 0-39 0,1 2 6 16,1 0-32-16,1-1-56 0,2-1 35 16,0 0-256-16,0 1 221 0,-2-2-51 0,2-1-80 15</inkml:trace>
  <inkml:trace contextRef="#ctx0" brushRef="#br0" timeOffset="117373.59">10271 7447 1335 0,'-3'-6'88'0,"-6"-13"70"0,9 16 9 0,0-3 135 15,2-1-166-15,1-1 6 0,2-1 18 16,2 0-43-16,3-2-33 0,0 0 13 0,0-4-28 15,2 2-18-15,-1 2 7 0,2 0-15 16,1 2-17-16,-2 2 7 0,-2-3-14 0,0 4-10 16,-1 1 3-16,-1 3-4 0,-1 1-6 0,-1 3 0 15,-1 1 1-15,-4 0 1 0,3 8-1 0,-4 0 0 16,-4-1 2-16,0 2 0 0,-3 2-5 16,-3 2-2-16,0 0 2 0,-1 4-8 0,-3-5-8 15,1 5 4-15,-2 2-8 0,0 1-9 0,-2 0 4 16,2 3-4-16,-2-3-6 0,0 1 1 0,0 0 2 15,2-5-2-15,3 0 0 0,-1-1 6 16,4-5 4-16,2-5-3 0,1 0 4 0,2-3 3 0,1-2-1 16,0-2 0-16,0-5-3 0,3-1 1 15,-1 0 2-15,0 0 2 0,0-5-4 0,0 1 8 16,0 0 8-16,0 0-4 0,0 2 6 0,0 0 5 16,-2 0 0-16,1 1 2 0,-1 2 4 0,0 1-2 15,1 1 7-15,-2 1 6 0,3 0-2 16,1 1 3-16,0 0 5 0,0 0 0 0,0 0 3 15,0 0 2-15,0 1-1 0,3 11-4 16,4-6-1-16,3-1 2 0,5-1-4 0,2 0-9 0,4-3 4 16,5 2-10-16,2-3-12 0,4 0 6 15,2-1-51-15,0-2-81 0,1-1 53 16,0-1-240-16,-1 0 239 0,-5-3-86 0,1-1-94 16</inkml:trace>
  <inkml:trace contextRef="#ctx0" brushRef="#br0" timeOffset="117840.27">10898 7420 1358 0,'6'-10'192'0,"-2"1"-16"0,2-1-20 0,-2 1 9 0,0-1-24 15,0-1-42-15,-2 1 17 0,1 0-34 0,-3 0-25 0,0 3 8 16,-2 0-14-16,-1-2-13 0,-1 3 4 16,-1 1-12-16,-2 2-9 0,-1 1 5 0,0 3-10 15,-3 2-9-15,-1 0 3 0,-2 3-6 16,1 1-3-16,-3 2 0 0,-1 2 7 16,0 0 3-16,2 2-4 0,-2 2 4 0,3 2 6 15,1 1 0-15,0 2-5 0,4 1-2 0,3-1 3 0,2 1-5 16,3-1-3-16,3-3 0 15,4 0-1-15,4-2 1 0,4-3 1 0,1-1-1 0,5-4 3 0,1-2-2 16,1-2-1 0,1-2-1-16,-2-3 1 0,0-2-1 0,-1-1-4 15,-3-1 1-15,-3-2-2 0,-2 1-3 16,-6-1 2-16,1 1-1 0,-6 1 0 0,-2 1-1 16,-3 0 0-16,-4 0 1 0,-2 2 0 0,-4 0 1 15,-1 2 1-15,-3 1-1 0,-2 0 2 16,2 0 0-16,-1 1 1 0,1 1-1 0,3 1 0 15,2-1 0-15,5 2-66 0,1-2-104 16,5 0 75-16,6-1-57 0,4-1-87 0</inkml:trace>
  <inkml:trace contextRef="#ctx0" brushRef="#br0" timeOffset="118390.88">11153 7357 1270 0,'-2'0'195'0,"-1"-1"-3"0,1 1-13 0,0-3 4 0,0 0-36 16,1 2-34-16,1-3 27 0,2 0-46 16,2-2-35-16,3-1 10 0,2 1-19 0,1-1-12 15,2-1 5-15,3-1-9 0,0 2-7 0,0-3 5 16,2 2-9-16,-1 2-4 0,0 0 1 16,-1 0-5-16,-2 2-5 0,-2 2 1 0,0 1-1 15,-3 4-4-15,-3 0 1 0,-1 0-1 16,-1 2 2-16,-3 3-2 0,0 2 0 0,-2 2 1 0,-3 1-1 15,0 0-1-15,-1 4-2 16,-1 0 1-16,-1 1-2 0,-1 0-2 0,0 1 1 0,0 0-10 16,0 0-15-16,2-2 10 0,0 0-35 15,1-1-35-15,2-2 21 0,1 0-53 0,0-2-73 16,1-4 35-16,1 1-129 0,1-3 214 0,-2-1-101 16,-1-1-72-16</inkml:trace>
  <inkml:trace contextRef="#ctx0" brushRef="#br0" timeOffset="118606.41">11122 7506 1592 0,'-2'-3'255'16,"-1"0"-120"-16,2 1-87 16,-3 0 113-16,3 0-23 0,1 2 25 0,0 0-47 15,0 0-46-15,0 0 16 0,0 0-32 0,0 0-25 16,8-8 10-16,2 6-15 15,1 1-12-15,4-2 2 0,1 1-6 0,3-1-5 0,2-1 3 0,2 0-25 16,2 0-41-16,0-1 27 16,3 0-107-16,-2 0-158 0,2 1 97 0,2 0-86 0,0 2-107 15</inkml:trace>
  <inkml:trace contextRef="#ctx0" brushRef="#br0" timeOffset="119204.11">11601 7322 1710 0,'0'0'192'16,"0"0"-21"-16,0 0-33 0,0 0 19 0,0 0-46 15,0 0-55-15,0 0 26 0,-1 4-38 16,1 4-31-16,0 1 3 0,0 4-5 0,2 1-4 0,0 1 2 15,0 2-2-15,2 1-3 0,0 0 2 16,0 1-4-16,2-1-5 0,0 0 3 0,-1 1-6 0,0-1-6 16,1 0 3-16,-1-4-3 15,0 0-2-15,1-1-3 0,-2-2 9 0,-2-3 2 0,1 0-3 0,0-2 4 16,-2-3 5-16,-1 2 0 0,-2-3 0 16,-2-2-2-16,-1-1 2 0,-1 1-2 0,-1-5-2 0,-2 0 0 0,-2 0 2 31,-1-2-1-31,0 1-1 0,-3-1 1 0,0-2 3 0,-1 2-1 0,-1 1 0 0,1 0 1 0,-1 0-1 31,2 0-1-31,2 0 2 0,1 3-1 0,3-1-1 16,3 2 0-16,0 0 1 0,6 2-3 15,0 0 0-15,0 0 0 0,0 0 1 0,0-1 0 16,7-10-1-16,3 6 1 0,2 1 3 0,1 0 0 16,3-2 0-16,-2 1 2 0,4-2 0 0,0 0 0 15,-2 0 0-15,1 0 1 0,1-1-1 0,-1 1-1 16,0-1 0-16,2 1 1 0,-2-1 2 0,1 0-2 15,-1 0 6-15,-2 0 2 0,-1-2-1 16,-1 1 5-16,-3-1 9 0,-1 1-4 0,-1 0 6 16,-3-1 7-16,-2-1-2 0,-1 1-3 0,-2 0 3 15,-3 2 2-15,-4-2-1 0,1-1-4 0,-1 1 1 16,-3 3-8-16,-1-2-2 0,-2 2 5 0,0 1-8 16,-1 0-10-16,-1 3 3 0,-1 1-4 15,0 0-4-15,0 2 0 0,1 0 0 0,2 3-4 0,2 0 2 16,2 3-34-16,1 0-44 0,3 2 33 15,2 0-148-15,2 0-237 0,1 6 150 0,4-1-121 16,0-1-164-16</inkml:trace>
  <inkml:trace contextRef="#ctx0" brushRef="#br0" timeOffset="120404.22">12227 7394 1268 0,'-1'-6'84'0,"3"-1"36"0,0 0 12 0,0-2 123 15,-6-14-136-15,8 14 0 0,4 0 7 0,-1-6-23 16,1 2-21-16,2 3 16 0,0-3-29 16,1 3-28-16,1 2 12 0,1 1-21 0,-2 1-17 0,0 4 4 15,-1 0-7-15,-1 1-6 0,-3 4 0 16,-2 2 0-16,-1 2 0 0,-3 3-1 0,-2 4-1 16,-2 3 2-16,-3 1 1 15,-3 4-2-15,-2 0-1 0,-3 1 0 0,0 3-1 16,-3-2-3-16,1-1 1 0,0 2-3 15,0-4-5-15,3 0 2 0,1-1-2 0,1-4-2 16,2-2-1-16,3-2 4 0,2-4 3 16,0-3-2-16,1-1 2 0,4-4 2 0,0 0 1 15,0 0-3-15,-1 0-2 0,1-1 2 16,-13-13-2-16,11 9 1 0,0-1-2 0,0 0 2 16,-1 0 2-16,0 1 0 0,0 0 0 15,0 2 0-15,2-1 1 0,-2 3-2 0,3 1-1 0,0 0 1 0,0 0-3 16,0 0 1-16,0 0-1 0,0 0 5 15,0 0 2-15,0 0-2 16,10 6 2-16,-5-3 6 0,4 1 1 0,3 0-1 16,2 1-3-16,3-1 2 0,1-2-3 15,2 0-6-15,2-2 3 0,5-2-27 16,1 0-33-16,1-2 23 0,3-2-51 0,-1-1-68 0,-1 0 32 16,1-1-98-16,-1 1-131 0,-3 0 70 15,-1 0-63-15,-4 0-80 0</inkml:trace>
  <inkml:trace contextRef="#ctx0" brushRef="#br0" timeOffset="120835.46">12679 7466 760 0,'6'-6'155'0,"1"-1"3"0,-2 1-8 0,3-2 2 0,0 0-23 16,-2-2-2-16,1 2 11 0,1-4-23 0,-1 2-20 16,-1-2 9-16,0-2-19 0,-2 1-12 0,0 1 7 0,0 2-13 15,-3-1-14-15,-1 1 6 0,-3 0-14 16,-1 1-10-16,-2 3 6 0,0 2-12 15,-1-1-10-15,-3 1 3 0,0 1-7 0,-1 3-7 0,-3 0 4 16,0 4-4-16,-1 2-5 0,-1 0 2 0,-4 2 2 16,3 2 5-16,-2 1-4 0,0 2 6 15,1 2 6-15,-2 0-2 0,4 1-1 0,2 1-2 0,5 1 3 0,0 1-4 16,4-1-6-16,1-1 2 0,3 0-3 16,6-1-2-16,1-2 0 0,5-3 1 0,0-1 0 15,5-1-1-15,2-3 1 16,2-2 1-16,0-3-1 0,2-1 0 0,0-1-1 0,-2-1 1 15,1-3-2-15,-4-1-1 0,0 0 1 0,-1 0-2 0,-3-1 0 16,-4 0 1-16,0 0 0 16,-3 0 1-16,-3-1-2 0,-2 1 0 0,-3 0 0 0,-4 1 2 15,0 0-3-15,-4 1 0 16,-1 1-1-16,-3 0 1 0,-1 2-1 0,1 0 0 16,-2 1 1-16,0 1 0 0,3 0-1 0,1 2 0 15,0-1-1-15,4 1-1 0,1 1-2 0,2-1-8 0,5 1 4 16,2-1-54-16,4 1-81 15,4 0 56-15,2-2-299 0,2 2 292 16,4-1-93-16,0-1-117 0</inkml:trace>
  <inkml:trace contextRef="#ctx0" brushRef="#br0" timeOffset="121141.37">12979 7544 1687 0,'9'-14'244'0,"1"1"-122"0,3-1-77 15,1-2 112-15,0 1-47 0,3-1 23 0,1-2-36 0,2 0-42 0,-2 2 11 16,1-3-19 0,-1 2-11-16,0 1 3 0,-2 0-2 0,-2 0 1 0,-2 5-3 0,-2-1 7 15,-3 1 6 1,-3 6-2-16,-1 0-8 0,-3 5-1 0,0 0 7 15,-8-3-12-15,2 4-14 0,-1 5 5 0,-2 0-10 16,2 0-5-16,-1 5 2 0,0 0-3 16,1 4-5-16,1 0 2 0,0 3-3 0,2-1-1 15,2 2 0-15,1 2-29 16,1-3-51-16,1 1 35 0,5 0-202 0,-1-2-285 0,0-2 188 0,5-3-161 16,-2-2-216-16</inkml:trace>
  <inkml:trace contextRef="#ctx0" brushRef="#br0" timeOffset="121619.18">13964 7212 849 0,'10'-11'56'0,"0"0"80"0,-2 4 12 0,0-1 75 0,-8-14-62 16,6 17-1-16,-2 2 16 0,-1 2-42 15,-3 1-29-15,0 0 20 0,0 0-32 0,0 0-29 0,7 10 8 16,-8-4-15-16,1 6-8 16,2 3 2-16,-2 3-8 0,-1 3-4 0,0 5 3 15,0 2-10-15,-2 1-9 0,-1 0 5 0,-3 0-10 16,2-1-7-16,-1 0 3 0,1 1-9 15,1-4-8-15,-1-4 3 0,3 1-22 0,0-4-30 16,5-2 19-16,-1-2-54 0,-1-2-65 16,1-6 35-16,0-1-96 0,-2-5-171 0,0 0 93 0,0 0-78 15,2-5-89-15</inkml:trace>
  <inkml:trace contextRef="#ctx0" brushRef="#br0" timeOffset="121797.68">13765 7456 1444 0,'13'-5'294'15,"4"0"-124"-15,1 1-88 0,2-1 263 16,1 0-228-16,5-1 8 0,5 0-31 0,1-2-31 0,2-1 22 0,2-2-37 16,1 1-31-1,-1-3 11-15,3 0-47 0,-3 2-81 0,-2-1 50 16,1-1-37-16,-4-1-53 0</inkml:trace>
  <inkml:trace contextRef="#ctx0" brushRef="#br0" timeOffset="131806.51">14961 7362 1303 0,'-1'-8'85'0,"-6"-12"45"0,8 14 15 0,0-1 126 16,2 0-140-16,1-1-14 0,2 1 16 0,2-1-23 15,0-2-25-15,3 1 14 0,0-5-26 0,3 3-22 0,-1-1 8 16,2 1-16-16,0 2-14 16,1 0 8-16,-3-1-14 0,0 4-9 0,0 0 4 0,-4 3-8 15,1 1-6-15,-3 4 2 0,-1 1-2 16,-4 3 1-16,-1 1-3 0,-1 2 1 0,-3 4 4 15,-2 2-1-15,-1 3-1 0,-2 1-1 16,-2 2 1-16,-1 4-2 0,-4-1 0 0,0 1 0 16,-3 3-1-16,1-1 1 0,-1-1 0 15,0 0-1-15,1-2-1 0,0-3 0 16,4 1-5-16,0-4-7 0,2-4 4 16,1-2-4-16,2-3-5 0,2-2 0 0,1-2-4 0,1-3-2 0,0-2 3 15,0-2-2 1,1 0-3-16,-1-2 0 0,0-1 3 0,0 1 4 0,0 0-4 0,0-1 7 15,-1 2 6-15,2-1-2 16,-1 0 3-16,-1 1 5 0,3 3-2 0,0-2 4 0,2 2 2 16,0 0-1-16,0 0 5 15,0 0 6-15,0 0-3 0,0 0 1 0,11-3 3 16,-2 2 1-16,3 1-4 0,3-2-3 0,4 0 2 0,1-1-4 16,5 0-3-16,0 0 2 0,2-1-13 15,1 0-22-15,-1-1 15 0,1-1-66 16,-1 1-64-16,0 1 43 0,-1-1-176 0,-4 0 210 0,-1 1-98 0,-2 0-76 15</inkml:trace>
  <inkml:trace contextRef="#ctx0" brushRef="#br0" timeOffset="132475.74">15580 7335 1179 0,'5'-10'141'0,"0"0"5"0,-2-2-11 0,1 1 5 16,-1-1-33-16,0 0-17 15,-2 2 23-15,-1-2-31 0,0 2-29 0,-3 2 6 0,-1 1-15 16,1 1-10-16,-2 0 7 0,-1 5-15 15,-2 0-15-15,0 1 7 0,-1 2-8 16,-1 1-9-16,1 4 0 0,-3 1 2 16,0 1 1-16,1 2-2 0,1 2 3 0,-1-2 1 0,1 2-1 0,2 1-1 15,1-1 0 1,4-2 1-16,0 1 0 0,3-2-1 0,1-3 0 0,3 2 1 0,2-5 2 0,2-1 0 16,2-2-1-1,0-1-2-15,2-2 2 0,0-2-6 0,2-2-2 0,-2-1 1 0,0-2-1 31,0 1-2-31,-3-2-1 0,0 0 3 0,-3-1 2 0,-2 2 0 0,0 0 1 0,-2-1 3 16,-1 3-1 0,0-2 9-16,-3 3 3 0,0 1-4 15,-2 1 4-15,2 3 5 0,-1 1 1 0,0 0-2 16,0 2-5-16,0 1 2 0,1 2-2 16,1 2-4-16,-1 0 2 0,2 1-4 0,0 0-1 15,3 3 1-15,0-1-1 0,2 2-3 0,1 0 1 16,2 0 0-16,1 1-3 0,-1 1 1 0,2 0-2 15,-1-1-1-15,-2 1 0 0,2-1-1 16,-3 0-2-16,-2-2-1 0,1 1 3 0,-3-2-1 0,-1 0 0 16,0-1 1-16,-2-1 3 15,-1-1 1-15,-2 0-1 0,-1-2 2 0,-2-1 0 0,-1-1 0 16,0 1 0-16,-3-4 0 16,-1 2-2-16,1-1 1 0,-2-1-1 0,-1 1 1 15,1 0 0-15,-2-1 0 0,1 0 2 16,-1 0 2-16,0 0-1 0,1-2-1 15,1-1 1-15,1-1 1 0,-1-1-16 0,5 0-24 16,3-2 15-16,1-1-63 0,4 2-84 16,2-2 52-16,5 1-248 0,3 1 273 0,3 0-106 15,2 0-98-15</inkml:trace>
  <inkml:trace contextRef="#ctx0" brushRef="#br0" timeOffset="132906.99">15829 7242 1126 0,'1'-4'228'0,"-2"0"21"0,0-1-30 0,1 4-34 0,-1-3 41 0,-4 2-92 16,4 2-52-16,-5 1 37 15,2 3-55-15,-1 0-43 0,1 3 8 0,-3 1-16 0,3 3-5 16,1 2 2-16,0 3-5 15,1-1-2-15,1 2 0 0,1 1-1 0,0-1-1 0,0-1 1 16,0 0-3 0,1-3-2-16,0-2 2 0,2 0-3 0,0-3-3 15,0-2 0-15,-1 0 1 0,3-1-1 0,-4-3-1 0,0 0 3 16,-1-2 1-16,0 0-1 0,0 0 5 16,0 0 0-16,0 0 0 0,0 0 0 15,0 0 0-15,0 0 2 0,0 0-2 0,0-1-3 16,1 0-1-16,0 0 2 0,0 1-2 0,0-1 1 0,16-11 0 15,-10 11 1-15,0 0 0 16,1-2-1-16,1 1-4 0,2 1 4 0,0-2-13 0,-2 1-7 16,1 0 6-16,-1-1-9 15,-2 1-14-15,0 0 4 0,-2 0-27 0,0 0-31 0,-3 1 25 0,-2 1-92 16,0 0-128-16,0 0 77 0,0 0-66 16,0 0-84-16</inkml:trace>
  <inkml:trace contextRef="#ctx0" brushRef="#br0" timeOffset="133141.17">15925 7313 1343 0,'0'0'201'0,"0"0"-27"0,0 0-31 0,0 0 22 0,0 0-46 15,0 0-53-15,0 0 22 0,0 1-34 16,-8 15-25-16,8-9 5 0,0 5-12 0,0-2-5 16,1 5 3-16,1 0-14 0,0 0-19 0,-1 1 11 15,1 0-21-15,-1 0-46 0,1 1 23 16,-1-2-80-16,2 0-93 0,0-2 56 0,0 0-51 16,1-3-72-16</inkml:trace>
  <inkml:trace contextRef="#ctx0" brushRef="#br0" timeOffset="133606.65">16033 7509 1107 0,'4'-4'237'0,"-1"1"-89"0,3-2-91 0,-1-1 161 0,0 1-66 16,2-3 14-16,0 1-37 0,2-1-42 0,1-1 24 15,-2-2-40-15,0 1-34 0,2-3 9 0,2 0-13 16,-2 0-15-16,0-2 3 16,-2-1-5-16,1 1-4 0,-2-2 3 0,0 0-2 15,-2 2 0-15,-2 0-1 0,-1 0 5 16,0 5 6-16,-1-1-4 0,-1 2 1 0,1 3 2 0,-1 1 2 15,1 0-5-15,0 2-6 16,0-1 4-16,-1 4-6 0,0 0-4 0,0 0 1 0,0 0-2 16,0 0 0-16,0 0 0 0,0 0 2 15,0 0 2-15,0 1-2 0,0 13 1 16,0-5 2-16,0 0 0 0,-1 4-2 0,2 3 0 16,0 1 0-16,-1 2-2 0,0 1-1 15,0 1 1-15,0 1-2 0,-2 0 0 0,0-1 1 0,0 2-4 16,-2-3-2-16,3 1 2 15,-3-2-16-15,1-2-18 0,3 1 12 0,0-2-36 0,0-3-40 16,0 0 22-16,0-3-67 16,2-2-104-16,1-2 58 0,-1-1-49 0,2-3-58 0</inkml:trace>
  <inkml:trace contextRef="#ctx0" brushRef="#br0" timeOffset="135602.09">16795 7344 1029 0,'3'-4'67'0,"3"0"38"0,0 0 8 0,1-1 95 0,-5-16-107 16,7 14-4-16,1-1 13 0,1-5-21 16,1 2-21-16,2 2 10 0,1-4-20 0,0 3-17 15,1 0 7-15,3 1-13 0,-3 2-12 0,-1 2 4 0,-1 1-9 16,-3 0-10-16,-4 3 5 0,-1 0-6 16,-1 1-4-16,-4 2 0 0,-3 1 2 0,-2 1 1 15,-2 2-2-15,-2 0 1 0,-2 1-1 0,-1-1 3 16,-3 3-3-16,2-1-2 0,0 1 1 0,-1-1-2 15,1 0-1-15,1 1 0 0,2-1 1 16,2 0-1-16,3 0-1 0,-1 0 0 0,3-1 0 0,1-1 0 16,1 0 1-16,3-1 0 0,2 0 0 0,0-2 2 15,3 1 1-15,0-2 0 0,4 1 0 16,1-1 0-16,1-1 0 0,1 0-1 16,-1-1 0-16,1 0 0 0,1 1-1 0,-2 1-1 15,-1-1 0-15,0 2 0 0,-2-2 0 16,-1 3 0-16,0 0 0 0,-2 1 0 0,-2 1-1 15,-1 0 1-15,-1 1-1 0,-1 0 0 0,0 3 1 16,-1-2 2-16,-2 2-2 0,1-2 3 16,-4 0 3-16,0 1-2 0,-1 0 8 15,-1-3 4-15,-1 1-4 0,-1 0 3 0,-2-2 4 16,-2 0 0-16,-2-1 0 0,0-1 0 0,-1-2 0 16,-3-1 0-16,0 0 2 0,0-1 0 0,-1-1-5 15,2-1 0-15,-3-2 3 0,2 0-6 16,-2 0-4-16,4 0 1 0,-2-1-3 0,2 0-3 15,0 1 1-15,0 0-1 0,3 1-4 0,2 0 0 16,2 1-21-16,0 1-34 0,4 0 22 16,4 2-73-16,0 0-110 0,0 0 64 0</inkml:trace>
  <inkml:trace contextRef="#ctx0" brushRef="#br0" timeOffset="136252.72">17405 7280 1036 0,'0'-19'194'0,"-1"5"-84"0,-2 1-63 0,1-2 137 0,-4 4-83 0,0 1 7 15,-2 2-20-15,0 2-27 0,-2 1 13 16,1 2-28-16,-2 2-25 0,0 1 12 0,-2 3-15 16,2 2-14-16,-3 1 2 0,1 1-2 15,1 3 0-15,0 0-1 0,1 2 1 0,1 0 3 0,3 0-1 16,2 1 3-16,2-2 3 0,3 0-2 16,1 0 2-16,5-3 2 0,1 1 1 0,5-2-2 15,0-2-1-15,2-1 1 0,4-2-3 16,-1-2-3-16,-1-1 1 0,3-1-3 0,-2-3-3 0,-2-2 0 15,1 0 1 1,-3-2-2-16,-1-1-1 0,-2 0 3 0,-2 0 1 0,-3-1 0 16,-1 0 1-1,-2 2 5-15,-2 0-3 0,-2-1 9 0,-2 4 4 0,-1-1-3 0,-2 3-3 16,1 1 3-16,-2 0 3 16,1 2-1-16,0 1-4 0,0 2-1 0,1 2 0 0,0 1 5 0,1 2-2 15,2-1 5 1,1 2 1-16,2 2-1 0,0 1-4 15,1 0-1-15,3 1 4 0,1 1-6 0,1 1-7 0,2 0 2 16,2 2-3-16,-1-1-2 0,1-1 0 16,0 0-1-16,1-1 0 0,-2-1 1 15,-1 0-2-15,-3-1 2 0,0-1-1 0,-3 0-1 16,1-1 1-16,-3-1 0 0,-2 1 0 0,-1-1 1 0,-1-2 0 16,-2-1-2-16,-1-1 2 0,-2 1 0 15,-2-4-2-15,-1 0-2 0,0-1 2 0,-4-1-2 16,1-3-1-16,0 0 0 15,-2-1 0-15,1-1 0 0,2-1 0 0,-1 1 0 0,1 1 0 0,3 0 0 0,0 0-9 32,5 1-9-32,0-1 7 0,0 2-32 0,2 0-44 0,2 1 28 0,2 2-108 15,0 0-135 1,0 0 83-16</inkml:trace>
  <inkml:trace contextRef="#ctx0" brushRef="#br0" timeOffset="136867.41">17797 7261 1594 0,'-5'-17'142'0,"0"1"-16"0,-1 3-18 0,-2 0 14 0,-1 0-37 0,0 1-34 0,-2 5 18 16,-2 0-32-16,-2 2-26 0,-1 1 9 0,1 2-14 16,-1 2-7-16,1 2 0 0,-1 2-3 15,3 1-1-15,4 3 0 0,1 3 0 0,3 0 1 16,4 1-2-16,1 1 4 0,4 1 3 16,3 0-1-16,2-3 3 0,1-1 3 0,4-3 0 0,1-1-2 15,0-1 2-15,1-3 1 0,-1-2-1 16,1-2-1-16,-1-2-1 0,0 0-1 15,-4-1 0-15,0-2 1 0,-3-2 0 0,-2 0 0 16,-1-2-1-16,-3 2 1 0,0-1 2 16,-2 2 0-16,-2-2 2 0,0 2 3 0,-2 2-2 0,1 1 0 15,-2 0 0-15,-1 2 2 0,-1 1-3 16,0 0-3-16,0 1 2 0,1 1 5 16,1 0-1-16,-1 2-2 0,3 1 4 0,1 2 6 15,2 0-2-15,0 1 3 0,4 1-3 0,1 2 1 16,1 3-3-16,2-1-3 15,2 2 2-15,1 2-4 0,2 2-4 0,2 0 1 0,0 1-1 16,1-1-2-16,-1 1 0 0,0-1-2 16,-3-1-2-16,-2-3 1 0,0-1-2 0,-3-1-2 15,-4-1 0-15,-1 0 0 16,-2-2 1-16,-2 0-1 0,-1 0 3 0,0 0 0 0,-4-2 1 0,-4 0 0 16,2-1 0-16,-2-1 1 15,-6-1-1-15,3-1-1 0,-2-1 0 16,0-1 0-16,0 0 0 0,0-2-1 0,0 0 1 15,1 0 1-15,1-1 0 0,-3 0 0 16,2 1 0-16,0-2 1 0,-1 0-2 0,3 0-12 0,3-2 7 16,-1 0-62-16,6-2-90 0,3 0 63 15</inkml:trace>
  <inkml:trace contextRef="#ctx0" brushRef="#br0" timeOffset="137352.07">18341 7163 1243 0,'3'-3'211'0,"0"1"-207"0,-2-14 108 0,1 14 192 0,1 2-166 16,1 0-24-16,-3 2-2 0,-1 1 11 0,0 0-41 0,-2 1-27 16,1 2 16-16,-2 2-19 0,0 2-23 15,-1 4 3-15,-2-1-6 0,2 6-4 0,2 1 2 0,1 4-7 16,0 2-6-16,0 0 4 0,1-1-5 15,0 1-8-15,0-4 2 0,1 2-20 0,0 0-23 16,-1-3 17-16,-1-1-38 0,1 1-55 0,0-4 24 16,0 0-69-16,2-1-92 0,-1-4 45 15</inkml:trace>
  <inkml:trace contextRef="#ctx0" brushRef="#br0" timeOffset="137569.44">18100 7358 1540 0,'0'0'180'0,"0"0"-14"0,0 0-10 16,0 0 7-16,0 0-18 0,6 0-29 0,3 1 13 16,6-1-39-16,1-2-26 0,6 0 19 0,6-2-32 15,4-1-30-15,4 0 10 0,6-1-23 16,-1 0-30-16,1-1 15 0,2-2-105 15,-3 2-160-15,-2 1 107 0</inkml:trace>
  <inkml:trace contextRef="#ctx0" brushRef="#br0" timeOffset="147110">18953 7213 1035 0,'-3'-3'149'0,"0"1"-22"0,1 0-126 0,1-1 114 0,-2-1 166 0,3 2-128 15,-3-1-35-15,3-1-4 16,2 1 15-16,-5-17-40 0,9 16-31 0,2-2 14 0,4-3-22 15,0 0-17-15,4 3 5 16,2-6-10-16,3 5-6 0,-1 0 3 0,1 1-8 16,-1 0-5-16,-3 2 2 0,0 1-5 0,-1 0-5 15,-5 3 2-15,-1-1-3 0,-3 3-1 16,-3 0 0-16,-3 2 2 0,-2 0 0 0,-3 1 0 0,-3 1-1 16,0 1 3-16,-3 0 0 15,-1 1-2-15,0 1-2 0,-1 1 1 0,0 0-1 16,1 0-1-16,2 0 0 0,-3 2-1 15,6-2-1-15,1 0 0 0,2 0 1 16,1-2-3-16,2-1 1 0,2-1 1 0,2-3 1 0,5-1 0 16,-1 0 0-16,3-2 2 0,2-4-1 15,2 1 1-15,0-1-1 0,2 1 1 16,0-1-1-16,-1 0-1 0,0 0 0 0,-2 2 0 16,-1 2 0-16,-2-1 0 0,-1 2-1 15,-1 1-1-15,-4 0 1 0,2 4-1 0,-3 1 0 16,-1 0-1-16,2 3 1 0,-2 1 1 15,0 0 0-15,-1 2-1 0,0 1 2 0,-1 0 0 0,-1-1 0 16,-1 2 4-16,-1-4-2 16,-1 2 8-16,-2-3 7 0,-1-1-5 0,-2 1 9 15,0-3 8-15,0-1-2 0,-4 0 5 0,-1-2 3 16,0 0-2-16,0-1-1 16,0 0-2-16,-2-1 2 0,-1-2-6 0,1 0-6 0,0 0 3 15,-1-3-6-15,1 0-7 0,-2 0 4 0,2-1-5 16,-2-2-5-16,-2 1 2 0,0-1-2 0,2 0-4 0,1-1 0 15,0 1-14-15,4 0-16 0,0-1 11 16,2 1-44-16,5-1-47 0,2 2 27 16,0-1-106-16,4 1-162 0,2 0 95 0</inkml:trace>
  <inkml:trace contextRef="#ctx0" brushRef="#br0" timeOffset="148158.59">19659 7237 983 0,'1'-9'301'0,"2"1"-58"0,0-1-39 0,4 0 66 0,0-1-120 16,2 2-27-16,0-1 15 16,6-1-38-16,0 2-25 0,-2 1 17 15,3-3-30-15,0 5-24 0,-1 1 9 0,2 1-19 16,-2 1-14-16,-5 2 6 0,-1 1-6 15,-2 3-6-15,-1 1 0 0,-6 3 0 0,-1 0 2 0,-5 2-1 16,0 1-1-16,-4 3-2 16,1 2 3-16,-2 1-4 0,-2 0-4 0,1 3 1 0,-3 2-5 15,-1-2-5-15,0 2 3 16,-1-1-5-16,-1-2-6 0,0-2 3 0,0-1-4 16,1-3-2-16,3-2 1 15,1-1-4-15,1-2-1 0,3-3 1 0,0 0 0 16,1-2-5-16,1-1 2 0,1-1 1 0,1 0 4 15,0-2-3-15,2 1 7 0,-1-3 6 0,2 0-5 16,1 2 8-16,1-2 3 0,0 0 0 0,0 1 1 16,0-1 1-16,0 3 1 0,0 0 1 15,0 0 5-15,0 0-4 0,0 0 6 0,0 0 6 0,1 0-2 16,16-5 3-16,-12 5 2 0,3 1 1 16,0 0-3-16,3 0-2 0,-1 0 3 0,5 0-6 15,0 1-5-15,2 0 2 0,2-2-3 0,2 0-10 0,1-2 5 16,4 0-30-16,0-1-29 0,-1-1 21 0,3-2-54 15,-3 1-57-15,1-1 26 0,-2 0-55 16,-3-2-55-16,-3 1 19 0,-3 0-15 0,-1 0-19 16,-4 1-6-16,-3-1 76 0,-3 1 67 0,-1 0-55 15,-3 1 108-15,0 0 118 0,-2 1-48 0,0-1 96 16,-1 3 63-16,-1 0-19 0,1-1-2 16,-2 2 20-16,1-2 17 0,1 2-18 0,-2 0-31 0,1 0 9 15,0 0-23-15,-1 0-13 16,0 1 13-16,1 0-29 0,-1 0-25 0,-1 1 13 0,2 2-26 15,1 2-21-15,-1 0 9 0,2 0-15 16,2 3-12-16,0-1 3 0,2 1-6 16,3 2-5-16,2-2 2 0,3-1-3 0,1 0-2 15,1 2 2-15,2-2-2 0,1-1-1 16,0-1 1-16,3-1-1 0,-1-2-1 0,-2 0 1 0,3-1 0 16,-2-2-1-16,0-2 0 15,-1-1 0-15,1 0 0 0,-5-3 0 0,-1-1 2 0,-1-1 1 16,-3-1-1-16,-1-2 1 15,-3 1 2-15,-2-2 0 0,-4-2 0 0,-1 0 2 0,0 1-2 0,-3 0 8 16,0 1 2-16,-1 0-3 16,-3 1-1-16,-2 1 1 0,1 4 3 0,-1 3-5 0,-5 1-9 0,1 3 3 15,0 0-5 1,-1 5-3-16,4 0 0 0,-1 3-2 0,3 0-15 0,2 2 8 0,3 1-55 16,1 1-56-16,4-1 39 0,2 2-247 15</inkml:trace>
  <inkml:trace contextRef="#ctx0" brushRef="#br0" timeOffset="148689.23">20265 7254 1729 0,'2'-6'205'0,"2"-1"-28"0,1 0-26 0,0 0 21 0,3-1-42 16,2 2-49-16,1 0 19 0,3-1-32 0,0 2-24 15,3 0 8 1,1 0-19-16,-1 2-12 0,1 1 5 0,1 1-10 0,-4 1-9 0,0 0 4 15,-1 2-7 1,-1 1-4-16,-5 1 1 0,0 2-2 0,-4-1-4 0,-2 3 3 0,0 0-3 16,-3-1-6-16,-5 1 4 15,1 1-8-15,-2 0-5 0,-1 0 4 16,-2 1 0-16,2 0-2 0,-3-2-4 0,1 3 8 16,0-1 5-16,0 2-2 0,-1-1 3 15,2 0 3-15,1 0 0 0,0 0 0 0,3 0-1 0,0-2 1 16,1 0 0-16,1-1 2 0,3 0-1 15,0-1 2-15,0-1 2 0,3-1 0 0,0 2 3 16,3-1 6-16,1-1-3 0,1 0 3 16,3 0 3-16,0-1-1 0,2 0-1 0,3 0-3 0,0-3 3 15,2 1-4 1,-1-1-3-16,2-1 1 0,0-2-1 0,0 0-1 0,0 0 1 0,0-3-9 16,0 2-11-16,-2-2 8 15,1 1-40-15,-2-3-55 0,2 3 35 0,-2-1-170 0,-1 1-224 0,-1 1 143 16</inkml:trace>
  <inkml:trace contextRef="#ctx0" brushRef="#br0" timeOffset="150186.26">21226 7133 927 0,'-5'-5'183'0,"0"3"-179"0,-2-15 105 0,4 15 130 0,3 2-76 31,0 0-27-31,-1 0-11 0,0 0 7 0,0 0-41 0,0 0-22 0,0 0 15 0,0 0-14 31,1 0-19-31,0 0-2 0,3 0-2 0,6 1-1 0,2 1 3 0,3-4-11 16,3 3-11-1,3-2 7-15,2 1-10 0,3-1-11 0,-3-1 3 16,1-3-5-16,-2-1-3 0,0 2 1 0,0-1-2 16,-6 1-1-16,-1-1 0 0,-3 1 0 15,-1 1 1-15,-4 0 0 0,-2 0-2 0,-4 3-2 0,0 0 3 16,0 0-4-16,0 0-4 15,-12-3 2-15,5 3-2 0,0 1 0 0,-1 0-2 0,-2 2 2 16,1 0 1-16,1 0-1 0,-1 1 1 16,1 2-1-16,0 0 1 0,-2 1-2 15,2 1 1-15,1 3 0 0,-2 1 0 0,1 1-2 16,0 3 1-16,2 1 3 0,1 4-1 0,2 2-1 0,-1-1-8 16,4 1-14-16,0 1 11 0,2-2-41 15,1-3-46-15,2 0 28 16,1-3-68-16,-2-3-91 0,1-2 42 0,0-1-134 15</inkml:trace>
  <inkml:trace contextRef="#ctx0" brushRef="#br0" timeOffset="150403.5">21150 7346 1117 0,'-3'-1'222'0,"0"1"-98"0,3 0-73 0,0 0 130 0,0 0-60 0,6-6 19 16,0 4-41-16,3-1-32 0,4 0 13 0,2-1-25 15,3-2-24-15,3 1 11 0,2-1-19 16,1 0-11-16,1-1 3 0,3 2-19 16,-2-2-37-16,0 2 22 0,-1 1-123 0,-3-1-180 15,0 2 120-15</inkml:trace>
  <inkml:trace contextRef="#ctx0" brushRef="#br0" timeOffset="150839.01">21909 7091 987 0,'-4'-4'232'0,"1"0"-41"0,-2 1-29 0,-3-1 30 16,-3 2-49-16,2 1-46 0,-3 1 16 16,-2 0-35-16,-1 1-14 0,-2 2 10 0,-1 3-12 15,2 1-7-15,0 4-1 0,-4 1 0 16,0 1 2-16,0 6 0 0,0 0-11 0,2 3-8 16,2 1 9-16,2 2-19 0,2-3-15 0,7 0 6 15,4-1-8-15,6-2-6 0,5-4 0 16,5-4-2-16,5-2 1 0,1-4 0 15,4 0-5-15,0-5-9 0,-1-1 6 0,0-2-11 16,-1-3-8-16,-4 0 3 0,0-1 1 16,-2 1 1-16,-6-1-5 0,-3-1 8 0,-2 0 6 0,-4 1 0 15,-1 0 2 1,-6 0 7-16,-3 0-3 0,-2 0 6 0,-2 2 5 16,-1 1-4-16,-2 1 2 0,-1 2 2 0,-2-1 2 0,-1 3 6 15,1 2 0-15,1 0-4 0,2 2-4 16,2 1 2-16,1-1 4 0,4 2-40 0,2-1-65 0,5 1 41 15,2-2-265-15</inkml:trace>
  <inkml:trace contextRef="#ctx0" brushRef="#br0" timeOffset="151501.89">22203 7162 1242 0,'5'-5'225'0,"1"0"-220"0,2 0 105 0,1-2 193 0,0 2-156 0,-4-16-29 0,10 16-6 0,1 0-1 16,0-4-36-16,1 2-16 15,-1 1 12-15,3-1-22 0,0 3-21 0,0 1 6 16,-4 0-14-16,-2 2-12 0,-2 2 4 0,-1 1-4 16,-3 2-6-16,-4 2 0 0,-2 2-2 15,-2 2 0-15,-5 2 0 0,-3 1-7 16,-3 2-3-16,-4 2 3 0,-2 2-4 0,-1 2-7 0,-3 0 1 15,0 2-4-15,-2 0 0 0,1-2 2 16,0 0 5-16,3-3 2 0,0 0-5 0,0-5 8 16,3-1 8-16,2-4-3 0,3-2 4 15,2-1 2-15,5-2 0 0,0 0 1 0,5-3-1 16,0 0 2-16,0 0-4 16,0 0-1-16,0-1 1 0,0 0-1 0,0 0-2 0,0 0-1 15,1 0 5-15,0-1 7 0,0 0-4 16,21-19 9-16,-14 22 10 0,1 1-4 0,3 0 5 15,1 1 5-15,4 0 0 0,4 1 0 16,0-1 0-16,5 0 1 0,3-1-5 0,2-1-3 0,4 0 3 0,3-1-8 16,2 0-7-16,0 0 4 15,3-3-14-15,-4-1-23 0,-1-1 13 0,2 2-79 0,-6-2-107 16,-1-2 72-16</inkml:trace>
  <inkml:trace contextRef="#ctx0" brushRef="#br0" timeOffset="152625.04">8228 8819 1383 0,'8'-11'224'0,"0"1"-219"0,1 3 103 16,0-2 224-16,-3 1-200 0,-8-11-23 0,8 16-9 0,-2 1 8 15,0 2-26-15,-2 2-20 16,-1 3 10-16,-1 4-23 0,0 1-16 15,-1 5 7-15,0 2-14 0,-2 2-13 0,1 1 5 0,-1 4-7 16,1 1-5-16,1 1 1 0,0-1-7 16,1 3-15-16,2-1 10 0,3 2-45 0,-1-3-38 15,1-1 26-15,0-3-47 0,0-4-78 16,2-5 29-16,-4-3-144 0,1-1 232 0,0-3-102 0,-2 0-65 16</inkml:trace>
  <inkml:trace contextRef="#ctx0" brushRef="#br0" timeOffset="152942.94">8037 8871 938 0,'-8'-12'174'15,"0"0"4"1,3 3-8-16,0-2 3 0,0 1-22 0,1 1-13 0,3 1 15 0,-1 1-31 16,2 0-31-16,3 1 12 15,3-1-26-15,1 0-23 0,5 1 10 0,3-1-16 16,2 0-14-16,3-1 3 0,5 1-7 0,0 0-5 15,1 0 2-15,4 2-7 0,-3 0-5 16,0 2 4-16,2 1-7 0,-3 4-5 0,0 0 2 0,-2 3-4 16,-3 3-2-16,-2 2 0 15,-1 3-3-15,-3-1-4 0,-5 1 2 0,-3 0-6 0,-5 0-5 16,-2 0 2-16,-4-1 0 16,-5-1-1-16,-4-2-3 0,-4 0 4 0,-1 0 4 0,-2-2-1 0,-1 0-1 15,-1-1-2-15,1-1 3 16,0-1-15-16,2 0-21 0,2-1 14 0,1-1-48 0,3-1-65 0,3-1 40 15,4 0-186-15,6 0 220 0,0 0-89 16,6-5-74 0</inkml:trace>
  <inkml:trace contextRef="#ctx0" brushRef="#br0" timeOffset="153302.23">8564 8812 707 0,'-1'2'341'16,"1"3"-75"-16,0-1-55 0,0 2 104 16,-3 2-195-16,1 0-12 0,1 4 15 0,0 1-34 15,-2-1-34-15,2 2 15 0,0 2-27 16,1 0-23-16,4 0 8 0,1 0-5 0,4-1-4 0,2-2-2 16,4-1-1-1,-1-1 4-15,4-4 1 0,4-1 5 0,-1-2-1 16,1-2-2-16,3-2-2 0,-2-1 4 0,0-4 1 15,2-2-1-15,-2 0-2 0,-4-3 0 16,1-1 0-16,-6-1 3 0,-1-2-2 0,-1 0 0 16,-4 0 0-16,-3 0 2 0,-4-1-6 15,1 1-4-15,-4 0 3 0,-1 0-7 16,-4 1-5-16,2 0 2 0,-2 0-4 0,1 1-6 0,1 2 1 16,-1 0-21-16,3 3-34 0,3 2 22 15,2 0-98-15,1 3-144 0,4 2 90 0,5 3-79 16,0 0-98-16</inkml:trace>
  <inkml:trace contextRef="#ctx0" brushRef="#br0" timeOffset="153508.32">9052 8864 1745 0,'5'0'136'0,"4"0"4"0,0 0-4 0,0 0 9 15,1-1-41-15,3 1-3 0,0-1 17 16,1-1-40-16,-1 1-36 0,2-1 18 0,1 1-26 16,1-1-25-16,-2 0 5 0,0 1-29 15,-1-2-34-15,-1 0 21 0,0 1-63 0,-4-1-84 0,-3-1 46 16,-1 1-134 0,-2 0-157-16,-3 3 85 0,0 0-86 0,0 0-96 15</inkml:trace>
  <inkml:trace contextRef="#ctx0" brushRef="#br0" timeOffset="153668.64">9062 8962 1464 0,'3'8'283'0,"5"-3"-120"0,2-2-99 15,1-1 144-15,4 1-74 0,2-3 39 16,4-1-69-16,0-2-60 0,0-3 22 0,3-1-35 16,0 1-44-16,1-2 15 0,0-2-127 0,-1 1-249 15,1 1 165-15,-2-2-121 0,-2 3-179 0</inkml:trace>
  <inkml:trace contextRef="#ctx0" brushRef="#br0" timeOffset="171814.1">10125 8698 1058 0,'-3'-18'196'0,"-1"3"-192"0,-7-13 119 0,7 15 154 0,1 1-105 16,-1 2-35-16,-1 2-5 0,2 0 18 15,-5-2-43-15,1 4-31 0,1 0 14 0,-2 2-25 16,0 2-19-16,1 2 6 0,-3 1-12 16,2 3-8-16,0 3 4 0,0 0-7 15,1 4-6-15,1 2 4 0,4 3-6 0,0 1-4 16,2 2 3-16,2 3-5 0,3-1-3 0,2 0 1 0,1 1-2 15,3-2-3-15,-1-3 0 0,2 1-1 16,0-3-3-16,0 0 1 0,1-1-1 0,0-1-2 16,-1-2 1-16,0 0-1 0,0 0 0 0,-2-1 0 15,0 0-2-15,-1-2 1 0,0 1-1 0,-1-2 0 16,-3 0-3-16,-1 0 1 0,0 0-2 16,-2-1-1-16,-2 0 1 0,0 0-1 0,-2 0 0 0,-2 0 0 15,-2 0 0-15,-1 1 1 0,-2-3 0 16,-3 1-1-16,1-1 0 0,-2 0 1 0,-2-1 1 15,0 0 1-15,-2-1 0 0,1-2 0 0,0-2 2 16,2 0 0-16,-1-1 0 16,1-2 0-16,0-2 0 0,4 0-1 0,0-2 0 0,4 0 0 15,-2-1-1-15,3 0 0 0,-1-2 0 16,4 0-1-16,-1 1-1 0,4 0 1 0,0 0 0 16,2 0-1-16,4 1-1 0,0-1 1 15,3 2-1-15,0-1 0 0,4 1 2 0,-2-2 0 16,2 2 0-16,1-1 1 15,0 0 1-15,2 0 0 0,2-2 0 0,0 0 1 0,-1-1 0 0,1 0 0 16,-1 0 0-16,-2 0 0 0,0 1 0 16,-4 0 2-16,-3 3-1 0,-3 0 1 15,-3 1-1-15,-3 2 1 0,-4 0-1 16,-4 2-1-16,-2 0 0 0,-1 0 0 0,-4 1 0 0,-2-1-1 0,-2 1 0 16,-1-1 0-16,1 3 1 0,-1 0-1 15,1-1 0-15,1 2 0 0,1 1-8 16,6 1-31-16,0 2 20 0,4 0-99 0,3 1-111 15,4 1 77-15,4 1-71 0,5-1-99 0</inkml:trace>
  <inkml:trace contextRef="#ctx0" brushRef="#br0" timeOffset="173229.49">10698 8563 1456 0,'-6'-6'176'0,"-2"2"-16"16,1 1-19-16,-1-2 15 0,0 2-42 15,0 0-36-15,1 2 20 0,-2-1-37 16,3 1-31-16,1 2 10 0,0 1-17 0,2 2-13 16,2 3 3-16,2 3-3 0,3 2-2 0,3 5-2 15,0 3 2-15,2 2-2 0,2 1 1 0,1 3-1 16,-1 0-4-16,-1-1 2 0,1 0 0 16,-1-4-1-16,-2-1-1 0,3 0 0 15,-4-3 1-15,-1-3-1 0,0 0 1 0,-1-3-1 16,-1 0-1-16,-2-2 3 0,1-1 0 15,-3-2-1-15,0-1 3 0,-1-1 4 0,-1-1-2 0,-2-2 0 16,-2 0 0-16,-1-1 2 0,-2 0-5 16,-2-3-2-16,-2 0 1 0,0-1-1 0,-1 0-3 15,1 0 0-15,-2-2-2 0,2 2-1 0,-1 0 2 16,2-1-2-16,2 1-2 16,1 0 1-16,1 0 1 0,1 2 0 0,2-2 0 0,1 1 1 15,1 0-1-15,3 0 1 0,0-1-2 0,1 1-1 16,5-1 0-16,-2-1 2 15,3 1 0-15,2-1-1 0,3-1 1 16,1 0 3-16,0-1 0 0,2 0 1 0,-1-2 0 0,0 0 1 16,0-1-2-16,1 1 2 0,-2-2-1 0,1-3 0 15,-2 1 0-15,-1 0-1 0,1-2 1 16,-1 0 2-16,-3 0-2 0,0 0 1 0,-1 0 1 0,-3 3 0 16,-1 0 1-16,-2 0 1 0,-2 1-1 0,-2 0-1 15,-3 3 1-15,-1 0 0 0,-3 1 2 0,-2 1-1 16,-2 2-1-16,-1 2 0 0,-2 2 1 15,0 1 1-15,-1 2-1 0,-2 1-1 0,2 2 0 0,0 1-2 16,2 1 0-16,1 1 1 0,3 1-18 0,2 1-30 16,4 1 21-16,1-1-95 0,5 1-123 0,3-1 80 0,6 2-72 15,3-2-90-15</inkml:trace>
  <inkml:trace contextRef="#ctx0" brushRef="#br0" timeOffset="173729.96">10935 8632 1660 0,'4'-2'167'0,"1"-1"-3"0,1 2-14 0,1-4 8 15,2 2-33-15,2-1-27 0,1-2 23 16,3 2-39-16,0 1-32 0,1-1 11 0,0 0-18 16,1 2-18-16,-2 1 7 0,1 0-13 0,-4 1-10 0,0 1 6 0,-3 3-8 31,-1 1-4-31,-4 0-1 0,-1 1 1 0,-3 2-2 0,-2 1 1 0,-3 2-8 15,-2 1-12-15,-2-1 8 0,-3 2-10 16,-1 1-9 0,-3 2 1-16,1-1 7 0,-3 2 5 0,2-1-7 0,0 1 10 15,1 0 11-15,2-1-1 0,1 0 0 0,3-2 0 16,0-1 1-16,2-2 2 0,4-1-2 0,0-1 1 16,3-1 1-16,1-2 1 0,4-1 1 15,2 0 2-15,2-2 1 0,1-1 0 0,4-1 0 16,0-1 0-16,2-1 1 0,0-1-2 15,0-2-2-15,0 0 1 0,2-1-13 16,-1-1-24-16,0 1 16 0,-2 0-84 0,2-1-94 16,-2 0 64-16,1 0-217 0,-2 2 258 0,-2 0-122 15,0 1-105-15</inkml:trace>
  <inkml:trace contextRef="#ctx0" brushRef="#br0" timeOffset="174227.36">11319 8694 731 0,'3'-6'377'0,"1"1"-78"0,0 0-57 0,1 0 101 15,0-2-198-15,1 3-31 0,3 0 24 0,-1 0-42 16,2 0-45-16,-1 1 16 0,4 1-27 15,0 0-20-15,1 0 6 0,0 1-10 16,-2 1-9-16,1 1 2 0,0 1-4 0,-2 0-3 0,-2 2 1 16,-2-1-1-16,-1-1-2 0,-1 2 1 15,-1 1-1-15,-2-1 0 0,0 1 0 0,-2 2-1 16,0-1-3-16,-3 1 1 0,0 2-3 16,-1 0-5-16,-1-1 2 0,-1 0-1 0,-1 2-4 15,-2-3 0-15,0 3 1 16,-1-1 1-16,0 3-1 0,-2-2 5 0,2 1 1 15,-1 1-2-15,-1 0 4 0,2 1 2 16,-2-2 0-16,4 1 2 0,0-1-1 0,1 0 0 16,1 0 2-16,1-2 1 0,2 0 0 0,2 0 2 15,1-2 6-15,2 0-4 0,1-2 6 0,1 1 4 0,2-2-2 16,1 0 0-16,2-1-1 0,0-1 3 16,0-2-3-16,3 0-2 0,3 0 0 0,-1-2-3 15,3-1-1-15,0-1 2 0,1-2-2 0,0 1-1 16,1 0-1-16,0-2 3 0,0 1-1 0,-1 0 0 15,-1 0-1-15,-1 1 0 0,1 1 1 0,0-1-2 16,-1 1-4-16,-2 2 0 0,1-1-35 16,-4 1-61-16,-1 1 40 0,-1 0-283 0,-2 1 260 0,-1 1-71 15,-3-1-95-15</inkml:trace>
  <inkml:trace contextRef="#ctx0" brushRef="#br0" timeOffset="175126.7">12223 8681 1544 0,'8'-18'251'0,"2"4"-246"0,-8-13 113 16,6 16 259-16,-1 1-237 0,-3 3-20 0,1 2-7 15,-2 1 9-15,-4-3-38 0,1 7-26 0,0 0 19 16,0-1-32-16,0 0-29 0,0 1 10 0,-14 0-11 16,8 8-10-16,-1 3 1 0,-1 4-2 15,0 3-1-15,0 1 2 0,1 2-2 0,1 2-2 16,1 2 0-16,-1-2-1 0,4 1-1 0,-2-4-1 0,2 0-1 15,2-3-4-15,0-1 2 16,0-3-5-16,2-3-3 0,2-1 2 0,1-2-1 16,0-2-3-16,2-2 0 0,-2 0 1 0,1-2 3 15,0-1-2-15,-2-1 4 0,1-1 2 0,-2 0-2 16,1-2 3-16,-2 1 1 0,-1-2 1 0,-1 1 0 0,0 1 2 16,-1-2-2-16,0 1 1 0,1 0 0 0,0 0 1 0,0 0-1 15,0 0-3-15,3 2 2 16,0-2-1-16,0 0-1 0,2 1 0 0,1-1 0 15,0 2 0-15,1-2 0 0,1 1 0 16,-1 1-8-16,1 1 5 0,0 0-17 0,0 1-18 16,0-1 12-16,-1 1-41 0,-1 1-65 15,-1 1 35-15,1-1-147 0,-1 0-183 0,-2 1 113 0,0 2-107 16,-3 0-132-16</inkml:trace>
  <inkml:trace contextRef="#ctx0" brushRef="#br0" timeOffset="175346.3">12384 8765 1285 0,'0'-6'236'0,"0"0"-96"0,0 1-85 0,-1-1 158 0,-1 0-73 16,-1 3 10-16,1 1-26 0,-1-1-29 0,1 2 16 15,-2 1-41-15,1 1-29 0,-1 3 16 16,2 2-23-16,0 2-24 0,-1 3 7 0,0 4-11 15,1 0-3-15,0 1 1 0,1 3-22 16,-1 1-37-16,2-1 25 0,0 2-109 16,1-2-158-16,0-1 100 0,2 3-88 0,1-4-110 15</inkml:trace>
  <inkml:trace contextRef="#ctx0" brushRef="#br0" timeOffset="175760.42">12517 8713 1360 0,'2'-6'173'0,"1"1"-5"0,0 1-14 0,2-2 13 0,0 1-44 15,2 1-19-15,1-1 18 0,2 1-33 16,-1 2-32-16,3-3 10 15,0 3-21-15,-1-1-16 0,0 1 8 0,0 1-14 16,-3 1-12-16,-1 0 6 0,0 1-9 16,-3 2-6-16,0 0 1 0,-1 2 0 0,-1 0-3 15,-2 2 0-15,-1 1-1 0,-1-1-4 0,-3 2 2 16,-1 1-6-16,-2-1-5 0,0 2 2 16,-3 1 2-16,1 0 0 0,-1 1-4 0,-3 0 5 15,3 2 6-15,-3-1-1 0,1 2 5 16,3-3 5-16,-2 0-2 0,5-1 5 15,-2 0 5-15,5-2-1 0,0-1-1 16,5-1-1-16,0-2 3 0,1 0-4 0,5 0-4 16,0-2 1-16,5-2-3 0,0-1-2 0,0 0 1 0,2-1-13 15,1-2-21-15,1-1 15 0,-2 0-56 16,2-2-75-16,-2 0 46 0,0 0-181 0,-1-1 210 0,-1 0-89 16,-1 1-79-16</inkml:trace>
  <inkml:trace contextRef="#ctx0" brushRef="#br0" timeOffset="176161.68">12847 8708 1214 0,'-3'-6'248'0,"2"2"-100"0,0 0-85 0,1 0 194 16,-1-1-123-16,1 1 10 0,2 1-30 15,0-1-28-15,2 2 19 0,2-2-34 16,1 2-29-16,0-2 12 0,3 1-21 15,0 2-18-15,2 1 7 0,1 0-10 0,-1 0-9 16,-4 1 2-16,4 3-3 0,-4-1-3 0,-1 2 1 16,-1-3-7-16,-1 4-4 0,-3 0 4 15,1 0-4-15,-2-2-4 0,-1 2-1 0,0 1 3 16,-2-1 4-16,-2 3-3 0,-1-3 4 16,0 2 6-16,-2 1-2 0,0 2 1 0,-2-2 3 15,-2-1-1-15,0 4 1 0,-2-3 3 0,3 2-2 16,-3 1 6-16,0-2 6 0,-1 0-4 0,1 2 5 15,2-1 7-15,0-2-1 0,3 1-1 16,-2-1 0-16,5-2 2 0,2 0-6 0,2 0-4 16,1-2 3-16,1 1-4 0,1-3-3 0,3 1 0 15,1-2 0-15,3 0-1 0,1-1 0 0,1 0-4 16,2-1-5-16,1-1 3 0,3-1-15 16,-2 0-18-16,4 0 11 0,-2-2-52 0,1 1-77 15,2-1 47-15,1 1-248 0,-1 0 267 0,3 1-95 0,1-2-97 16</inkml:trace>
  <inkml:trace contextRef="#ctx0" brushRef="#br0" timeOffset="176611.46">13621 8608 1450 0,'5'-2'218'0,"1"-1"-100"0,-1 2-76 0,0-2 107 16,-2 2-17-16,1 0 14 16,-4 1-38-16,0 0-34 0,0 0 19 0,0 0-30 15,0 1-28-15,0 12 8 16,-2-4-17-16,-2 2-10 0,1 5 4 0,-1 1-7 15,-1 1-7-15,1 1 2 0,-3 3-4 0,-1-3-3 16,1 1 1-16,1 1-20 0,0-4-28 0,-2-1 19 0,1 1-67 16,1 0-70-16,2-3 42 0,1-1-89 15,-1-3-114-15,1-1 49 0,1-1-52 0,2-1-47 16</inkml:trace>
  <inkml:trace contextRef="#ctx0" brushRef="#br0" timeOffset="176877.89">13357 8578 1120 0,'-6'0'117'0,"1"0"11"0,1 0-2 0,2 0-3 16,2 0 4-16,0 0-6 15,0 0-5-15,0 0 5 0,10 5-31 0,0-4-17 0,4-1 15 0,3 1-26 16,4-1-30-1,2 0 11-15,5-1-20 0,1 0-11 0,0 0 5 16,3-2-9-16,0 0-13 0,-2 0 5 16,1-1-46-16,-3 0-58 0,-3 1 41 0,-3-2-135 15,-1 1-186-15,-5 2 107 0,-3-1-99 16,-4 1-116-16</inkml:trace>
  <inkml:trace contextRef="#ctx0" brushRef="#br0" timeOffset="177311">13383 8765 984 0,'0'4'209'0,"2"1"-72"15,2-2-84-15,1 1 155 0,4-2-78 0,3 1 9 0,5-2-31 16,2-1-37-16,3-1 25 0,4-2-42 16,1-1-31-16,1-1 10 0,3-3-34 15,-2 0-44-15,0 0 26 0,2-3-87 16,-5-2-90-16,-1 1 55 0,1-3-48 0,-1 2-50 0,-1-1-9 0,-1 0 65 15,-1-2 66-15,-3 3-58 0,-3 2 132 16,-1 0 121-16,-4 2-55 16,-2 0 100-16,-4 3 91 0,-1 1-30 0,-2 2 12 15,0 0 17-15,-2 3 20 0,0 0-47 16,0 0-49-16,0 0 24 0,0 0-55 0,0 0-44 16,0 0 24-16,0 0-36 0,0 0-30 0,0 0 8 15,0 0-13-15,0 1-5 0,2 11-1 16,-5-2 0-16,0 0-1 0,-1 4 1 15,-2 1-4-15,-1 4 0 0,-2 2 0 0,-3 3-1 16,-1 0-2-16,0-1 1 0,-2 2-2 16,1-1 0-16,2-1 0 0,0-2-1 0,2-1 1 0,3-2-1 15,1-3 0-15,4-1 0 16,2-2 0-16,1-1 0 0,2-2 1 0,2-3 0 0,3-1 1 16,0-2 1-16,2-1-1 0,1-2-9 15,1-3-20-15,0 0 14 0,3-3-51 0,0 0-67 0,-1-1 41 16,0-1-164-1,-2 0 190-15,2 0-83 0,-1 0-66 0</inkml:trace>
  <inkml:trace contextRef="#ctx0" brushRef="#br0" timeOffset="177492.05">13718 8849 1593 0,'0'0'214'0,"0"0"-101"0,0 0-63 15,9 2 159-15,-2-3-120 0,3 0 2 16,1-1-25-16,2 0-22 0,2-1 21 0,4-1-33 16,0 0-36-16,3 1 8 0,2-3-107 0,-2 0-191 15,2 1 130-15,2 1-97 0,0 1-144 0</inkml:trace>
  <inkml:trace contextRef="#ctx0" brushRef="#br0" timeOffset="178856.26">7934 10055 1276 0,'8'-10'216'0,"1"2"-212"16,-10-12 112-16,10 14 201 0,-2 2-168 15,-1 3-22-15,-1 1-4 0,0 2 7 0,-5 0-25 16,-1 4-22-16,-1 5 12 0,-3 1-28 15,-1 6-21-15,0 3 12 0,-1 4-20 16,-2 1-16-16,1 2 5 0,-3 1-10 16,2-1-6-16,-2 2 3 0,-1-1-6 0,1 0-4 15,1 0 2-15,2 0-5 0,-2-2-8 0,4-1 4 16,1-1-14-16,2-5-12 0,3-4 8 0,2-2-4 16,1-5-7-16,-2-5-1 0,4 0 0 0,-3-4 4 0,3-4 1 15,-3-1 1-15,3-2 1 16,-3-3-2-16,1-3 0 0,-1-1 3 0,-2-2-2 0,0-1 3 0,0-1 0 15,-2 0 0-15,-3-2-1 0,0 1 3 16,0 2-1-16,3-1 5 0,-1 0 3 16,-2 0-2-16,1 0 6 0,1 0 8 0,1 2-4 15,2 1 8-15,-2-1 8 0,1 4-3 0,-1 1 8 16,2 2 9-16,-1 2-4 0,1 2 2 16,0 3 4-16,0 2 1 0,0 0 2 0,0 0-1 0,0 0-1 15,-6 9 2-15,6-1 2 0,0 4-1 16,3 1-3-16,1 0-1 0,0 3 2 0,3 1-6 15,-1 1-8-15,2-2 3 0,0 1-3 0,1 1-4 0,1-2 1 16,0 2-2-16,3-2 0 0,2-1 1 16,3 0-1-16,2-3 1 0,3-2-1 0,3-2 1 15,2-3 1-15,2-4 0 0,1-1 0 16,-1-4-1-16,0-4 1 0,-2-2-1 0,-1-2-1 16,-3-1 0-16,-4-1 1 0,-3-1-1 0,-3 1 0 15,-1 1 3-15,-5 0 1 0,-3 1 0 16,-2 0-3-16,-3 2 3 0,-2 0 0 0,-2 0-4 15,-1 0-3-15,-1 2 2 0,-1 0-2 16,0 0-3-16,2 2 1 0,0 1-16 0,2 2-25 16,3 3 17-16,0 0-80 0,0 0-119 0,0 0 75 15,12 0-66-15,-2 5-83 0</inkml:trace>
  <inkml:trace contextRef="#ctx0" brushRef="#br0" timeOffset="179214.46">8738 10110 1003 0,'4'-5'199'0,"0"3"-10"0,-1 2-14 0,1 0 10 16,-2 0-25-16,0 5-24 0,0-2 14 0,0 4-33 0,-1-1-22 15,-1 4 11-15,-1 3-22 0,0 0-19 16,-2 0 7-16,1 3-13 0,-1 0-10 16,0 0 4-16,1 3-19 0,0-2-11 0,-1-1 10 0,3 1-13 15,-1 1-17-15,1-2 4 0,0 1-22 16,1-1-21-16,0-2 16 0,2 1-41 0,0-3-43 0,0-1 22 0,0-3-57 15,-1-1-71-15,0-2 35 16,0 0-128-16,-2-5 231 0,0 0-115 0,0 0-73 16</inkml:trace>
  <inkml:trace contextRef="#ctx0" brushRef="#br0" timeOffset="179533.24">8589 10190 905 0,'0'-23'230'0,"1"4"-75"0,4 1-102 0,-2-2 126 16,2 3 5-16,1 1 16 0,2-1-31 0,1 3-43 0,0 0 18 0,3 1-38 16,-2 1-26-1,3 1 14-15,2 0-24 0,1 2-22 0,1 2 7 0,1 2-16 0,2 1-12 0,2 2 6 16,0 2-10-16,-3 1-8 16,0 3 2-16,0 1-4 0,-3 3-4 0,0 2 1 0,-2 1-3 15,-2 1-3-15,-2 2 2 16,-1 1-1-16,1 0-2 0,-4 0 0 0,-1 0 0 15,-1-1 0-15,-3 0 0 0,-1-1-2 0,0-1-2 16,-3-1 1-16,-3-1-3 0,-2-1-7 0,-2-2 4 0,-4 1-3 0,-3-1-3 0,-5-2 0 16,-2 1 3-1,-2 0 1-15,1-1-2 0,-1-1 5 16,2 0 1-16,3-1 0 0,2 1-42 0,5-2-36 0,4 1 31 0,2-1-98 16,3-1-138-16,5-1 71 15,0 0-82-15,4 8-77 0</inkml:trace>
  <inkml:trace contextRef="#ctx0" brushRef="#br0" timeOffset="180024.85">9202 10110 1340 0,'2'-9'216'0,"2"4"-93"0,-3-1-81 0,-1-1 116 0,0 1-13 0,2 2 10 0,-2 0-25 15,1 1-33-15,-2 1 16 0,1 2-41 16,0 0-30-16,0 0 16 0,2 8-15 0,-2 4-22 16,4 0 0-16,-2 4-6 0,3 3 1 0,-1 2 3 15,1 0-4-15,-1 3-7 0,3-1 2 0,-1 0-4 16,-1-2-1-16,2-1-1 0,2 0 0 16,1-3 0-16,1-2-2 0,2-1 3 0,-1-2 0 0,1-4 0 15,2-2 2-15,1-3 3 0,-2-3-2 16,2-2 2-16,0-4 2 0,-1-2 0 0,2-3-2 0,-1 0 0 15,-1-2 0-15,0-1 1 0,-1 0 0 16,-3-1-1-16,1-1 1 0,-3 0 4 0,-2-1-1 0,-1-2-1 16,-3 1 0-16,-1-4 2 0,-2 0-4 15,-1 1-4-15,-1-1 2 0,-3 0-5 16,3 3-7-16,-2 1 3 0,1 4-31 0,2 3-45 0,0 3 30 0,1 5-150 16,4 2-270-16,1 3 169 15,0-1-130-15,2 0-184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177989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996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0560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0D8DD30-EE62-F333-D13D-9BEF96DD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>
            <a:extLst>
              <a:ext uri="{FF2B5EF4-FFF2-40B4-BE49-F238E27FC236}">
                <a16:creationId xmlns:a16="http://schemas.microsoft.com/office/drawing/2014/main" id="{6F217161-FC5F-24B9-C0DE-2E8FE2C07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86" name="Shape 86">
            <a:extLst>
              <a:ext uri="{FF2B5EF4-FFF2-40B4-BE49-F238E27FC236}">
                <a16:creationId xmlns:a16="http://schemas.microsoft.com/office/drawing/2014/main" id="{0450EBFA-95D0-930C-642B-0C29BFE5A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939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BF846DE-8EAB-2696-F59A-5D6FDFAA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>
            <a:extLst>
              <a:ext uri="{FF2B5EF4-FFF2-40B4-BE49-F238E27FC236}">
                <a16:creationId xmlns:a16="http://schemas.microsoft.com/office/drawing/2014/main" id="{636A2299-963D-5446-C59F-8FF166704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59" name="Shape 59">
            <a:extLst>
              <a:ext uri="{FF2B5EF4-FFF2-40B4-BE49-F238E27FC236}">
                <a16:creationId xmlns:a16="http://schemas.microsoft.com/office/drawing/2014/main" id="{9833F10F-BDDC-57B0-E70E-2D6BE5B3D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7567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4800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449E6A4-2B8C-3C6D-D56C-7004C11B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C0C87862-A07C-2667-4BEF-9C933E750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1A9A80ED-47BA-0713-9398-AE757F4F7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0951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DB8E2D8E-AA69-C2D7-6D26-7AFAADDA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51D98ABB-8417-2312-F238-FE17DE511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297AC6DD-EF45-54AC-3E93-63F338C17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8590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217FFD76-556F-534C-ED0A-5480382A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0DE4CFAF-CA74-65E7-9A89-CD9BD4976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CB8DCC4F-58F0-709E-A427-A9695201F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5741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7B27EEA7-9EBB-8034-4E5E-9F96372B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081D0C7C-7B54-0F33-CCDE-A905204A9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C4EC8848-151E-A52F-CA2B-2160F9F329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714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73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7">
            <a:extLst>
              <a:ext uri="{FF2B5EF4-FFF2-40B4-BE49-F238E27FC236}">
                <a16:creationId xmlns:a16="http://schemas.microsoft.com/office/drawing/2014/main" id="{F9221921-C9D0-1EF4-E78F-90498E3E2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E030D-24F2-E730-2967-9596CC7FD9B1}"/>
              </a:ext>
            </a:extLst>
          </p:cNvPr>
          <p:cNvSpPr/>
          <p:nvPr userDrawn="1"/>
        </p:nvSpPr>
        <p:spPr>
          <a:xfrm>
            <a:off x="1256371" y="654205"/>
            <a:ext cx="2765502" cy="394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186BD-FAC2-A6E4-E445-B7C9A548EAAA}"/>
              </a:ext>
            </a:extLst>
          </p:cNvPr>
          <p:cNvSpPr/>
          <p:nvPr userDrawn="1"/>
        </p:nvSpPr>
        <p:spPr>
          <a:xfrm>
            <a:off x="182880" y="278674"/>
            <a:ext cx="3396343" cy="1175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8B9DF5A-C0B8-F245-FE63-514F0F7183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E612020B-D9BC-C0A1-9FD3-40FD242C3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E030D-24F2-E730-2967-9596CC7FD9B1}"/>
              </a:ext>
            </a:extLst>
          </p:cNvPr>
          <p:cNvSpPr/>
          <p:nvPr userDrawn="1"/>
        </p:nvSpPr>
        <p:spPr>
          <a:xfrm>
            <a:off x="1256371" y="654205"/>
            <a:ext cx="2765502" cy="394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8A2004-7ECA-5C08-0C38-57D294BCA9CC}"/>
              </a:ext>
            </a:extLst>
          </p:cNvPr>
          <p:cNvSpPr/>
          <p:nvPr userDrawn="1"/>
        </p:nvSpPr>
        <p:spPr>
          <a:xfrm>
            <a:off x="209006" y="322217"/>
            <a:ext cx="3405051" cy="1175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92C7CB-A7DA-6180-6B0F-C307427879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9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7">
            <a:extLst>
              <a:ext uri="{FF2B5EF4-FFF2-40B4-BE49-F238E27FC236}">
                <a16:creationId xmlns:a16="http://schemas.microsoft.com/office/drawing/2014/main" id="{D73EE193-0498-5FE6-06BD-FE55F64022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80B435-2D41-9DF3-CC6D-D6376AC4D5AE}"/>
              </a:ext>
            </a:extLst>
          </p:cNvPr>
          <p:cNvSpPr/>
          <p:nvPr userDrawn="1"/>
        </p:nvSpPr>
        <p:spPr>
          <a:xfrm>
            <a:off x="1465731" y="699247"/>
            <a:ext cx="2635622" cy="349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BFC1BA-D56A-48B3-07F7-8DA75B3F7981}"/>
              </a:ext>
            </a:extLst>
          </p:cNvPr>
          <p:cNvSpPr/>
          <p:nvPr userDrawn="1"/>
        </p:nvSpPr>
        <p:spPr>
          <a:xfrm>
            <a:off x="217714" y="278674"/>
            <a:ext cx="3622766" cy="1419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5CB3617-BFF8-D159-C7A6-57E1A3A59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4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bg>
      <p:bgPr>
        <a:solidFill>
          <a:schemeClr val="bg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3">
            <a:extLst>
              <a:ext uri="{FF2B5EF4-FFF2-40B4-BE49-F238E27FC236}">
                <a16:creationId xmlns:a16="http://schemas.microsoft.com/office/drawing/2014/main" id="{114AE9B5-8E20-9CC6-B87C-EDC866925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5836"/>
          <a:stretch/>
        </p:blipFill>
        <p:spPr>
          <a:xfrm>
            <a:off x="0" y="4414982"/>
            <a:ext cx="9144000" cy="728518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750374DF-F485-FFF1-52D6-9DDB86CBE8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419600"/>
            <a:ext cx="723900" cy="723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bg>
      <p:bgPr>
        <a:solidFill>
          <a:schemeClr val="bg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C72F76F4-6B35-2736-0075-048026F7C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978718-56E3-5F4F-408A-688D485C1320}"/>
              </a:ext>
            </a:extLst>
          </p:cNvPr>
          <p:cNvSpPr/>
          <p:nvPr userDrawn="1"/>
        </p:nvSpPr>
        <p:spPr>
          <a:xfrm>
            <a:off x="1213338" y="536331"/>
            <a:ext cx="2549770" cy="369277"/>
          </a:xfrm>
          <a:prstGeom prst="rect">
            <a:avLst/>
          </a:prstGeom>
          <a:solidFill>
            <a:srgbClr val="FEED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B939B-24B5-01AF-4771-0F904BCE2229}"/>
              </a:ext>
            </a:extLst>
          </p:cNvPr>
          <p:cNvSpPr/>
          <p:nvPr userDrawn="1"/>
        </p:nvSpPr>
        <p:spPr>
          <a:xfrm>
            <a:off x="200297" y="174171"/>
            <a:ext cx="2873829" cy="984069"/>
          </a:xfrm>
          <a:prstGeom prst="rect">
            <a:avLst/>
          </a:prstGeom>
          <a:solidFill>
            <a:srgbClr val="FEED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F7B6895-E923-8230-5431-0120313648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7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3999899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1" y="1152475"/>
            <a:ext cx="3999899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5" y="555601"/>
            <a:ext cx="2807999" cy="7556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5" y="1389600"/>
            <a:ext cx="2807999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  <p:sp>
        <p:nvSpPr>
          <p:cNvPr id="5" name="Tartalom helye 4"/>
          <p:cNvSpPr>
            <a:spLocks noGrp="1"/>
          </p:cNvSpPr>
          <p:nvPr>
            <p:ph sz="quarter" idx="13"/>
          </p:nvPr>
        </p:nvSpPr>
        <p:spPr>
          <a:xfrm>
            <a:off x="3263903" y="555625"/>
            <a:ext cx="5549900" cy="4013200"/>
          </a:xfrm>
        </p:spPr>
        <p:txBody>
          <a:bodyPr/>
          <a:lstStyle>
            <a:lvl1pPr>
              <a:defRPr sz="2000">
                <a:latin typeface="+mj-lt"/>
              </a:defRPr>
            </a:lvl1pPr>
            <a:lvl2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394557" y="1779223"/>
            <a:ext cx="6367800" cy="52804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28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  <p:sp>
        <p:nvSpPr>
          <p:cNvPr id="7" name="Szöveg helye 6"/>
          <p:cNvSpPr>
            <a:spLocks noGrp="1"/>
          </p:cNvSpPr>
          <p:nvPr>
            <p:ph type="body" sz="quarter" idx="13"/>
          </p:nvPr>
        </p:nvSpPr>
        <p:spPr>
          <a:xfrm>
            <a:off x="394561" y="2307267"/>
            <a:ext cx="6367463" cy="500210"/>
          </a:xfrm>
        </p:spPr>
        <p:txBody>
          <a:bodyPr/>
          <a:lstStyle>
            <a:lvl1pPr>
              <a:defRPr sz="2400" baseline="0">
                <a:solidFill>
                  <a:srgbClr val="D9D9D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1547547"/>
            <a:ext cx="7796030" cy="248339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40590-DB30-4E8B-8822-2465EADEC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4F745-0A11-44A5-B679-14DE458A5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E6D6-D347-4248-BDEC-B75B840EFD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0410B-284B-4967-9B1D-44070F49A024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33718681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93166-0A34-49E3-BA66-52404D3073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942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5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hu" sz="1000" smtClean="0">
                <a:solidFill>
                  <a:schemeClr val="dk2"/>
                </a:solidFill>
              </a:rPr>
              <a:pPr algn="r"/>
              <a:t>‹#›</a:t>
            </a:fld>
            <a:endParaRPr lang="hu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0" r:id="rId2"/>
    <p:sldLayoutId id="2147483661" r:id="rId3"/>
    <p:sldLayoutId id="2147483650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8" r:id="rId10"/>
    <p:sldLayoutId id="2147483663" r:id="rId11"/>
    <p:sldLayoutId id="214748366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4.xml"/><Relationship Id="rId6" Type="http://schemas.openxmlformats.org/officeDocument/2006/relationships/package" Target="../embeddings/Microsoft_Excel_Worksheet6.xlsx"/><Relationship Id="rId5" Type="http://schemas.openxmlformats.org/officeDocument/2006/relationships/image" Target="../media/image23.emf"/><Relationship Id="rId4" Type="http://schemas.openxmlformats.org/officeDocument/2006/relationships/package" Target="../embeddings/Microsoft_Excel_Worksheet5.xlsx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 t="-200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1">
            <a:extLst>
              <a:ext uri="{FF2B5EF4-FFF2-40B4-BE49-F238E27FC236}">
                <a16:creationId xmlns:a16="http://schemas.microsoft.com/office/drawing/2014/main" id="{4D15A6C2-C470-44E5-88E9-A56BD1DB1C00}"/>
              </a:ext>
            </a:extLst>
          </p:cNvPr>
          <p:cNvSpPr txBox="1">
            <a:spLocks/>
          </p:cNvSpPr>
          <p:nvPr/>
        </p:nvSpPr>
        <p:spPr>
          <a:xfrm>
            <a:off x="451209" y="1973943"/>
            <a:ext cx="8520599" cy="31695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all" baseline="0">
                <a:solidFill>
                  <a:schemeClr val="dk1"/>
                </a:solidFill>
                <a:latin typeface="Segoe UI Semibold" panose="020B0702040204020203" pitchFamily="34" charset="0"/>
                <a:ea typeface="Arial"/>
                <a:cs typeface="Segoe UI Semibold" panose="020B0702040204020203" pitchFamily="34" charset="0"/>
                <a:sym typeface="Arial"/>
                <a:rtl val="0"/>
              </a:defRPr>
            </a:lvl1pPr>
            <a:lvl2pPr lvl="1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 lang="hu-HU" b="1" dirty="0"/>
          </a:p>
          <a:p>
            <a:endParaRPr lang="hu-HU" b="1" dirty="0"/>
          </a:p>
          <a:p>
            <a:r>
              <a:rPr lang="hu-HU" dirty="0"/>
              <a:t>pénzügyek </a:t>
            </a:r>
          </a:p>
          <a:p>
            <a:endParaRPr lang="hu-HU" dirty="0"/>
          </a:p>
          <a:p>
            <a:r>
              <a:rPr lang="hu-HU" b="1" dirty="0"/>
              <a:t>11. Szeminárium:</a:t>
            </a:r>
          </a:p>
          <a:p>
            <a:r>
              <a:rPr lang="hu-HU" sz="24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TŐKEBERUHÁZÁSI DÖNTÉSEK:</a:t>
            </a:r>
            <a:br>
              <a:rPr lang="hu-HU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hu-HU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projekt cash flow számítása</a:t>
            </a:r>
            <a:endParaRPr lang="hu-HU" sz="18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hu-HU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hu-HU" sz="2000" dirty="0">
                <a:solidFill>
                  <a:schemeClr val="tx1"/>
                </a:solidFill>
              </a:rPr>
              <a:t>2026</a:t>
            </a:r>
          </a:p>
          <a:p>
            <a:endParaRPr lang="hu-HU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artalom helye 2">
            <a:extLst>
              <a:ext uri="{FF2B5EF4-FFF2-40B4-BE49-F238E27FC236}">
                <a16:creationId xmlns:a16="http://schemas.microsoft.com/office/drawing/2014/main" id="{AD8EBD1E-9EBA-4AD5-B865-22F29ED988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044" y="1195553"/>
            <a:ext cx="8520360" cy="3058395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hu-HU" altLang="hu-HU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Egy KKV </a:t>
            </a:r>
            <a:r>
              <a:rPr lang="hu-HU" altLang="hu-HU" b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szektorbeli</a:t>
            </a:r>
            <a:r>
              <a:rPr lang="hu-HU" altLang="hu-HU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vállalkozás egy 3 éves projekt létrehozását tervezi. A beruházás kezdő tőkeszükségletének jelenértéke: 200 000 e Ft</a:t>
            </a:r>
          </a:p>
          <a:p>
            <a:pPr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hu-HU" altLang="hu-HU" b="1" i="1" dirty="0">
                <a:latin typeface="Cambria" panose="02040503050406030204" pitchFamily="18" charset="0"/>
                <a:ea typeface="Cambria" panose="02040503050406030204" pitchFamily="18" charset="0"/>
              </a:rPr>
              <a:t>A projekt várható éves </a:t>
            </a:r>
            <a:r>
              <a:rPr lang="hu-HU" altLang="hu-HU" b="1" i="1" u="sng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nettó működési cash flow-i </a:t>
            </a:r>
            <a:r>
              <a:rPr lang="hu-HU" altLang="hu-HU" b="1" i="1" dirty="0">
                <a:latin typeface="Cambria" panose="02040503050406030204" pitchFamily="18" charset="0"/>
                <a:ea typeface="Cambria" panose="02040503050406030204" pitchFamily="18" charset="0"/>
              </a:rPr>
              <a:t>az alábbiak szerint alakulnak:</a:t>
            </a:r>
          </a:p>
          <a:p>
            <a:pPr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hu-HU" altLang="hu-HU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év 120 000 e Ft</a:t>
            </a:r>
          </a:p>
          <a:p>
            <a:pPr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hu-HU" altLang="hu-HU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év  78 000 e Ft</a:t>
            </a:r>
          </a:p>
          <a:p>
            <a:pPr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hu-HU" altLang="hu-HU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év  82 000 e Ft</a:t>
            </a:r>
          </a:p>
          <a:p>
            <a:pPr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hu-HU" altLang="hu-HU" dirty="0">
                <a:latin typeface="Cambria" panose="02040503050406030204" pitchFamily="18" charset="0"/>
                <a:ea typeface="Cambria" panose="02040503050406030204" pitchFamily="18" charset="0"/>
              </a:rPr>
              <a:t>A befektetéssel szemben elvárt hozam r=10%</a:t>
            </a:r>
          </a:p>
          <a:p>
            <a:pPr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hu-HU" altLang="hu-HU" dirty="0">
                <a:latin typeface="Cambria" panose="02040503050406030204" pitchFamily="18" charset="0"/>
                <a:ea typeface="Cambria" panose="02040503050406030204" pitchFamily="18" charset="0"/>
              </a:rPr>
              <a:t>Határozza meg az NPV  értékét! Egész forintra kerekítsen!</a:t>
            </a:r>
          </a:p>
          <a:p>
            <a:pPr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hu-HU" altLang="hu-HU" dirty="0">
                <a:latin typeface="Cambria" panose="02040503050406030204" pitchFamily="18" charset="0"/>
                <a:ea typeface="Cambria" panose="02040503050406030204" pitchFamily="18" charset="0"/>
              </a:rPr>
              <a:t>Érdemes a beruházást megvalósítani?</a:t>
            </a: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97794351-42AF-4887-4EAB-175FFA85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997" y="181762"/>
            <a:ext cx="4744278" cy="725251"/>
          </a:xfrm>
          <a:solidFill>
            <a:srgbClr val="C09F5A"/>
          </a:solidFill>
        </p:spPr>
        <p:txBody>
          <a:bodyPr/>
          <a:lstStyle/>
          <a:p>
            <a:r>
              <a:rPr lang="hu-HU"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 kiindulási helyzet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893688-2FDF-4685-A958-4A11C11E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0011" y="215270"/>
            <a:ext cx="2318215" cy="602800"/>
          </a:xfrm>
          <a:solidFill>
            <a:srgbClr val="CC9900"/>
          </a:solidFill>
        </p:spPr>
        <p:txBody>
          <a:bodyPr anchor="b">
            <a:noAutofit/>
          </a:bodyPr>
          <a:lstStyle/>
          <a:p>
            <a:r>
              <a:rPr lang="hu-HU" sz="4000" dirty="0">
                <a:latin typeface="Cambria" panose="02040503050406030204" pitchFamily="18" charset="0"/>
                <a:ea typeface="Cambria" panose="02040503050406030204" pitchFamily="18" charset="0"/>
              </a:rPr>
              <a:t>Megoldás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EECD8BF1-A215-BCCA-4505-FC0386D6CFCC}"/>
                  </a:ext>
                </a:extLst>
              </p:cNvPr>
              <p:cNvSpPr txBox="1"/>
              <p:nvPr/>
            </p:nvSpPr>
            <p:spPr>
              <a:xfrm>
                <a:off x="245165" y="1024321"/>
                <a:ext cx="7706139" cy="3837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1800" b="1" i="1" dirty="0">
                    <a:solidFill>
                      <a:schemeClr val="accent4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 jövőbeli várható CF-ek diszkontálása az elvárt hozammal:</a:t>
                </a:r>
              </a:p>
              <a:p>
                <a:endParaRPr lang="hu-HU" sz="1800" b="1" i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dirty="0">
                    <a:solidFill>
                      <a:srgbClr val="996633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PV=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𝟏𝟐𝟎</m:t>
                        </m:r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𝟎𝟎𝟎</m:t>
                        </m:r>
                      </m:num>
                      <m:den>
                        <m:sSup>
                          <m:sSupPr>
                            <m:ctrlP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</m:oMath>
                </a14:m>
                <a:r>
                  <a:rPr lang="hu-HU" sz="1800" b="1" i="1" dirty="0">
                    <a:solidFill>
                      <a:srgbClr val="996633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𝟕𝟖</m:t>
                        </m:r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𝟎𝟎𝟎</m:t>
                        </m:r>
                      </m:num>
                      <m:den>
                        <m:sSup>
                          <m:sSupPr>
                            <m:ctrlP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hu-HU" sz="1800" b="1" i="1" dirty="0">
                    <a:solidFill>
                      <a:srgbClr val="996633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𝟖𝟐</m:t>
                        </m:r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1800" b="1" i="1">
                            <a:solidFill>
                              <a:srgbClr val="996633"/>
                            </a:solidFill>
                            <a:latin typeface="Cambria Math" panose="02040503050406030204" pitchFamily="18" charset="0"/>
                          </a:rPr>
                          <m:t>𝟎𝟎𝟎</m:t>
                        </m:r>
                      </m:num>
                      <m:den>
                        <m:sSup>
                          <m:sSupPr>
                            <m:ctrlP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hu-HU" sz="1800" b="1" i="1">
                                <a:solidFill>
                                  <a:srgbClr val="996633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𝟏𝟎𝟗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𝟎𝟗𝟏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𝟔𝟒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𝟒𝟔𝟑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𝟔𝟏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𝟔𝟎𝟖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𝟐𝟑𝟓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𝟏𝟔𝟐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800" b="1" i="1">
                        <a:solidFill>
                          <a:srgbClr val="996633"/>
                        </a:solidFill>
                        <a:latin typeface="Cambria Math" panose="02040503050406030204" pitchFamily="18" charset="0"/>
                      </a:rPr>
                      <m:t>𝑭𝒕</m:t>
                    </m:r>
                  </m:oMath>
                </a14:m>
                <a:endParaRPr lang="hu-HU" sz="1800" b="1" i="1" dirty="0">
                  <a:solidFill>
                    <a:srgbClr val="996633"/>
                  </a:solidFill>
                  <a:latin typeface="Cambria" panose="02040503050406030204" pitchFamily="18" charset="0"/>
                </a:endParaRP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dirty="0">
                    <a:solidFill>
                      <a:schemeClr val="accent5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 nettó jelenérték meghatározása:</a:t>
                </a: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dirty="0">
                    <a:solidFill>
                      <a:schemeClr val="accent5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NPV=PV-Co=235 162-200 000=35 162 e Ft</a:t>
                </a: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Döntés a beruházás megvalósíthatóságáról:</a:t>
                </a:r>
              </a:p>
              <a:p>
                <a:endParaRPr lang="hu-HU" sz="1800" b="1" i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Az NPV 35 162 e Ft. Mivel pozitív, ezért a beruházás megvalósítható</a:t>
                </a:r>
              </a:p>
              <a:p>
                <a:endParaRPr lang="hu-HU" sz="1800" b="1" i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Szövegdoboz 7">
                <a:extLst>
                  <a:ext uri="{FF2B5EF4-FFF2-40B4-BE49-F238E27FC236}">
                    <a16:creationId xmlns:a16="http://schemas.microsoft.com/office/drawing/2014/main" id="{EECD8BF1-A215-BCCA-4505-FC0386D6C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65" y="1024321"/>
                <a:ext cx="7706139" cy="3837782"/>
              </a:xfrm>
              <a:prstGeom prst="rect">
                <a:avLst/>
              </a:prstGeom>
              <a:blipFill>
                <a:blip r:embed="rId2"/>
                <a:stretch>
                  <a:fillRect l="-633" t="-95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EF7B01C7-3444-B52A-8609-CA5C7AF5E659}"/>
              </a:ext>
            </a:extLst>
          </p:cNvPr>
          <p:cNvSpPr/>
          <p:nvPr/>
        </p:nvSpPr>
        <p:spPr>
          <a:xfrm>
            <a:off x="195657" y="1055320"/>
            <a:ext cx="7510482" cy="11007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5DC78E61-C652-E8FF-AAFC-FB216733128B}"/>
              </a:ext>
            </a:extLst>
          </p:cNvPr>
          <p:cNvSpPr/>
          <p:nvPr/>
        </p:nvSpPr>
        <p:spPr>
          <a:xfrm>
            <a:off x="195656" y="2269512"/>
            <a:ext cx="7510481" cy="92426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B4970565-ACF1-A628-7273-E80E11D3C244}"/>
              </a:ext>
            </a:extLst>
          </p:cNvPr>
          <p:cNvSpPr/>
          <p:nvPr/>
        </p:nvSpPr>
        <p:spPr>
          <a:xfrm>
            <a:off x="195656" y="3307260"/>
            <a:ext cx="7510481" cy="986443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6E41ACF5-9274-75DF-A44B-4934B5AA9238}"/>
                  </a:ext>
                </a:extLst>
              </p:cNvPr>
              <p:cNvSpPr txBox="1"/>
              <p:nvPr/>
            </p:nvSpPr>
            <p:spPr>
              <a:xfrm>
                <a:off x="5652052" y="258069"/>
                <a:ext cx="2544417" cy="5211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u-HU" sz="1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𝑵𝑷𝑽</m:t>
                    </m:r>
                    <m:r>
                      <a:rPr lang="hu-HU" sz="1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hu-H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hu-H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hu-H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hu-H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hu-H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hu-HU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hu-HU" sz="18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18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hu-HU" sz="1800" b="1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hu-HU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hu-HU" sz="18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u-HU" sz="18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hu-HU" sz="18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hu-HU" sz="1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hu-HU" sz="1800" b="1" i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hu-HU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hu-HU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6E41ACF5-9274-75DF-A44B-4934B5AA9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052" y="258069"/>
                <a:ext cx="2544417" cy="521168"/>
              </a:xfrm>
              <a:prstGeom prst="rect">
                <a:avLst/>
              </a:prstGeom>
              <a:blipFill>
                <a:blip r:embed="rId3"/>
                <a:stretch>
                  <a:fillRect t="-65934" b="-104396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161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5AE897-F5CD-E916-1AC4-AEA42C494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18" y="59339"/>
            <a:ext cx="8520599" cy="572699"/>
          </a:xfrm>
        </p:spPr>
        <p:txBody>
          <a:bodyPr/>
          <a:lstStyle/>
          <a:p>
            <a:r>
              <a:rPr lang="hu-HU" dirty="0"/>
              <a:t>Releváns cash flow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115BD93-9EFB-675B-8342-A5246CDEE3AB}"/>
              </a:ext>
            </a:extLst>
          </p:cNvPr>
          <p:cNvSpPr txBox="1"/>
          <p:nvPr/>
        </p:nvSpPr>
        <p:spPr>
          <a:xfrm>
            <a:off x="106018" y="555813"/>
            <a:ext cx="8931966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A projektértékeléshez tartozó növekményi alapú cash-flow a cég jövőbeli cash-flow-</a:t>
            </a:r>
            <a:r>
              <a:rPr lang="hu-HU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iban</a:t>
            </a: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 bekövetkező összes olyan változásból áll, amely a projekt elfogadásának következménye.</a:t>
            </a:r>
          </a:p>
          <a:p>
            <a:pPr marL="342900" indent="-342900">
              <a:buAutoNum type="arabicPeriod"/>
            </a:pPr>
            <a:r>
              <a:rPr lang="hu-HU" sz="16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Alternatív költség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Átalakítjuk egy régi épületünket szállodává. Mivel az épület a miénk, így úgy tűnik itt nincs költség az épülettel kapcsolatban. De el is adhattuk volna. Erről a lehetőségről tehát lemondtunk (feláldozott, elveszett haszon)</a:t>
            </a:r>
          </a:p>
          <a:p>
            <a:r>
              <a:rPr lang="hu-HU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Származékos hatások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Bevezetünk egy új terméket. Ha ennek hatására egy másik termékünk forgalma visszaesik, akkor ez származékos költség. (Nem minősül annak, ha egyébként is visszaesett volna a forgalom)</a:t>
            </a:r>
          </a:p>
          <a:p>
            <a:r>
              <a:rPr lang="hu-HU" sz="1600" b="1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Nettó forgótőke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Egy projekt elején általában szükség van forgótőkébe is beruházni.  (Készpénz a váratlan kiadásokra, készletekbe való beruházás a projekt elindításához, vevőkövetelések fedezése) 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Ha a forgótőke nő, például: Több készletet tartasz, nőnek a vevőkövetelések, akkor a pénz „</a:t>
            </a:r>
            <a:r>
              <a:rPr lang="hu-HU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beragadt</a:t>
            </a: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” a működésbe → ez csökkenti a rendelkezésre álló cash flow-t, azaz növeli a bekerülési költséget</a:t>
            </a:r>
          </a:p>
          <a:p>
            <a:r>
              <a:rPr lang="hu-HU" sz="16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Adók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Az adó egyértelmű pénzkiáramlás, tehát minket mindig az adózás utáni cash flow érdekel</a:t>
            </a:r>
          </a:p>
        </p:txBody>
      </p:sp>
    </p:spTree>
    <p:extLst>
      <p:ext uri="{BB962C8B-B14F-4D97-AF65-F5344CB8AC3E}">
        <p14:creationId xmlns:p14="http://schemas.microsoft.com/office/powerpoint/2010/main" val="64275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DEAE-E8E4-C21C-5B25-273D429A3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09EC69-77B9-BFF3-28BD-4343F5F2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18" y="193239"/>
            <a:ext cx="8520599" cy="572699"/>
          </a:xfrm>
        </p:spPr>
        <p:txBody>
          <a:bodyPr/>
          <a:lstStyle/>
          <a:p>
            <a:r>
              <a:rPr lang="hu-HU" dirty="0"/>
              <a:t>Nem releváns cash flow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FFFF20B-58BE-8FE8-2EF2-123DDDE886FA}"/>
              </a:ext>
            </a:extLst>
          </p:cNvPr>
          <p:cNvSpPr txBox="1"/>
          <p:nvPr/>
        </p:nvSpPr>
        <p:spPr>
          <a:xfrm>
            <a:off x="238818" y="765938"/>
            <a:ext cx="879916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hu-HU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projektértékeléshez tartozó olyan pénzáramlások, </a:t>
            </a:r>
            <a:r>
              <a:rPr lang="hu-HU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amelyek </a:t>
            </a:r>
            <a:r>
              <a:rPr lang="hu-HU" sz="16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akkor is felmerülnek, ha elfogadunk egy projektet, és akkor is, ha nem</a:t>
            </a:r>
            <a:r>
              <a:rPr lang="hu-HU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. </a:t>
            </a: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Az elsüllyedt költség (</a:t>
            </a:r>
            <a:r>
              <a:rPr lang="hu-HU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sunk</a:t>
            </a: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 cost) tehát</a:t>
            </a:r>
            <a:r>
              <a:rPr lang="hu-HU" sz="16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olyan múltbeli ráfordítás, amit már kifizettek vagy visszafordíthatatlanul felmerült, </a:t>
            </a: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és a projekt jövőbeli döntéseit elvileg nem szabadna befolyásolnia.</a:t>
            </a:r>
            <a:endParaRPr lang="hu-HU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</a:endParaRPr>
          </a:p>
          <a:p>
            <a:pPr lvl="0">
              <a:defRPr/>
            </a:pPr>
            <a:endParaRPr lang="hu-HU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</a:endParaRPr>
          </a:p>
          <a:p>
            <a:pPr marL="342900" indent="-342900">
              <a:buAutoNum type="arabicPeriod"/>
            </a:pPr>
            <a:r>
              <a:rPr lang="hu-HU" sz="16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Elsüllyedt költségek(</a:t>
            </a:r>
            <a:r>
              <a:rPr lang="hu-HU" sz="1600" b="1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sunk</a:t>
            </a:r>
            <a:r>
              <a:rPr lang="hu-HU" sz="16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cost)</a:t>
            </a:r>
          </a:p>
          <a:p>
            <a:r>
              <a:rPr lang="hu-HU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Pénzügyi tanácsadót kérünk fel, hogy értékelje a projektet. Ezt akkor is ki kell fizetni, ha végül úgy döntünk, hogy nem vágunk bele. K+F költségek(például prototípusra költött összeg), piackutatási költségek…</a:t>
            </a:r>
          </a:p>
          <a:p>
            <a:r>
              <a:rPr lang="hu-HU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Finanszírozás költségei</a:t>
            </a:r>
          </a:p>
          <a:p>
            <a:r>
              <a:rPr lang="hu-HU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Mivel minket a cég eszközei által termelt cash flow-k érdekelnek, így nem foglalkozunk a hitelek után fizetett kamattal, osztalékkal…</a:t>
            </a:r>
          </a:p>
          <a:p>
            <a:endParaRPr lang="hu-HU" sz="1600" b="1" i="1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23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075057" cy="914400"/>
          </a:xfrm>
          <a:solidFill>
            <a:srgbClr val="C09F5A"/>
          </a:solidFill>
        </p:spPr>
        <p:txBody>
          <a:bodyPr/>
          <a:lstStyle/>
          <a:p>
            <a:pPr algn="ctr"/>
            <a:r>
              <a:rPr lang="hu-HU" sz="2000" b="1" dirty="0">
                <a:solidFill>
                  <a:schemeClr val="tx1"/>
                </a:solidFill>
                <a:latin typeface="+mj-lt"/>
              </a:rPr>
              <a:t>1. feladat: </a:t>
            </a:r>
            <a:br>
              <a:rPr lang="hu-HU" sz="2400" b="1" dirty="0">
                <a:solidFill>
                  <a:schemeClr val="bg1"/>
                </a:solidFill>
                <a:latin typeface="+mj-lt"/>
              </a:rPr>
            </a:br>
            <a:r>
              <a:rPr lang="hu-HU" sz="2400" b="1" dirty="0">
                <a:solidFill>
                  <a:schemeClr val="bg1"/>
                </a:solidFill>
                <a:latin typeface="+mj-lt"/>
              </a:rPr>
              <a:t>Mit vegyünk figyelembe a cash flow számításakor?</a:t>
            </a:r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26B8CEE9-C269-6BCB-B69E-C164E1611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679093"/>
              </p:ext>
            </p:extLst>
          </p:nvPr>
        </p:nvGraphicFramePr>
        <p:xfrm>
          <a:off x="46383" y="1016508"/>
          <a:ext cx="9028674" cy="3060427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6732318">
                  <a:extLst>
                    <a:ext uri="{9D8B030D-6E8A-4147-A177-3AD203B41FA5}">
                      <a16:colId xmlns:a16="http://schemas.microsoft.com/office/drawing/2014/main" val="2538108943"/>
                    </a:ext>
                  </a:extLst>
                </a:gridCol>
                <a:gridCol w="1026699">
                  <a:extLst>
                    <a:ext uri="{9D8B030D-6E8A-4147-A177-3AD203B41FA5}">
                      <a16:colId xmlns:a16="http://schemas.microsoft.com/office/drawing/2014/main" val="2122340282"/>
                    </a:ext>
                  </a:extLst>
                </a:gridCol>
                <a:gridCol w="1269657">
                  <a:extLst>
                    <a:ext uri="{9D8B030D-6E8A-4147-A177-3AD203B41FA5}">
                      <a16:colId xmlns:a16="http://schemas.microsoft.com/office/drawing/2014/main" val="1582352954"/>
                    </a:ext>
                  </a:extLst>
                </a:gridCol>
              </a:tblGrid>
              <a:tr h="2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>
                          <a:effectLst/>
                        </a:rPr>
                        <a:t> </a:t>
                      </a:r>
                      <a:endParaRPr lang="hu-H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Releváns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Nem releváns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1116"/>
                  </a:ext>
                </a:extLst>
              </a:tr>
              <a:tr h="3622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plázában kiadott helyiségek bérleti díja szállodává alakitás után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898395"/>
                  </a:ext>
                </a:extLst>
              </a:tr>
              <a:tr h="5683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>
                          <a:effectLst/>
                        </a:rPr>
                        <a:t>egy új gyógyszer gyártási döntésénél engedélyezési eljárás költségei</a:t>
                      </a:r>
                      <a:endParaRPr lang="hu-H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433109"/>
                  </a:ext>
                </a:extLst>
              </a:tr>
              <a:tr h="351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egy új gyógyszer gyártásához szükséges kezdeti készletek költsége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855222"/>
                  </a:ext>
                </a:extLst>
              </a:tr>
              <a:tr h="848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egy új fájdalomcsillapitó bevezetésekor a régebbi fájdalom-csillapitó forgalmának visszaeséséből fakadó árbevétel csökkenés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8911"/>
                  </a:ext>
                </a:extLst>
              </a:tr>
              <a:tr h="354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beruházás értékelését végző tanácsadók díjazása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770127"/>
                  </a:ext>
                </a:extLst>
              </a:tr>
              <a:tr h="2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beruházáshoz felvett hitel kamatai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 dirty="0">
                          <a:effectLst/>
                        </a:rPr>
                        <a:t> 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 dirty="0">
                          <a:effectLst/>
                        </a:rPr>
                        <a:t> 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06541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43487CD-5F99-7F0B-376F-A25C0940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F33A3770-3C73-B39D-EEB4-4C9E29EAB9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26455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n-lt"/>
              </a:rPr>
              <a:t>1. feladat megoldása: </a:t>
            </a:r>
            <a:br>
              <a:rPr lang="hu-HU" sz="2400" b="1" dirty="0">
                <a:latin typeface="+mn-lt"/>
              </a:rPr>
            </a:br>
            <a:r>
              <a:rPr lang="hu-HU" sz="2400" b="1" dirty="0">
                <a:solidFill>
                  <a:schemeClr val="bg1"/>
                </a:solidFill>
                <a:latin typeface="+mn-lt"/>
              </a:rPr>
              <a:t>Mit vegyünk figyelembe a cash flow számításakor?</a:t>
            </a:r>
          </a:p>
        </p:txBody>
      </p:sp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C2671652-2DFF-6FC5-B79A-1C6D5751D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563034"/>
              </p:ext>
            </p:extLst>
          </p:nvPr>
        </p:nvGraphicFramePr>
        <p:xfrm>
          <a:off x="435428" y="1056186"/>
          <a:ext cx="8273143" cy="359664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6037943">
                  <a:extLst>
                    <a:ext uri="{9D8B030D-6E8A-4147-A177-3AD203B41FA5}">
                      <a16:colId xmlns:a16="http://schemas.microsoft.com/office/drawing/2014/main" val="1248235754"/>
                    </a:ext>
                  </a:extLst>
                </a:gridCol>
                <a:gridCol w="1124858">
                  <a:extLst>
                    <a:ext uri="{9D8B030D-6E8A-4147-A177-3AD203B41FA5}">
                      <a16:colId xmlns:a16="http://schemas.microsoft.com/office/drawing/2014/main" val="2075167444"/>
                    </a:ext>
                  </a:extLst>
                </a:gridCol>
                <a:gridCol w="1110342">
                  <a:extLst>
                    <a:ext uri="{9D8B030D-6E8A-4147-A177-3AD203B41FA5}">
                      <a16:colId xmlns:a16="http://schemas.microsoft.com/office/drawing/2014/main" val="66922343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 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Releváns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</a:rPr>
                        <a:t>Nem releváns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37852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plázában kiadott helyiségek bérleti díja szállodává alakitás után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44453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egy új gyógyszer gyártási döntésénél engedélyezési eljárás költségei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5317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egy új gyógyszer gyártásához szükséges készletek költsége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27891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egy új fájdalomcsillapitó bevezetésekor a régebbi fájdalomcsillapitó forgalmának visszaeséséből fakadó árbevétel csökkenés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7403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beruházás értékelését végző tanácsadók díjazása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hu-HU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1769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beruházáshoz felvett hitel kamatai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931769"/>
                  </a:ext>
                </a:extLst>
              </a:tr>
            </a:tbl>
          </a:graphicData>
        </a:graphic>
      </p:graphicFrame>
      <p:sp>
        <p:nvSpPr>
          <p:cNvPr id="6" name="Szövegdoboz 5">
            <a:extLst>
              <a:ext uri="{FF2B5EF4-FFF2-40B4-BE49-F238E27FC236}">
                <a16:creationId xmlns:a16="http://schemas.microsoft.com/office/drawing/2014/main" id="{9AE1ABE3-2EFB-E592-4D01-9CB0AF16C160}"/>
              </a:ext>
            </a:extLst>
          </p:cNvPr>
          <p:cNvSpPr txBox="1"/>
          <p:nvPr/>
        </p:nvSpPr>
        <p:spPr>
          <a:xfrm>
            <a:off x="6549573" y="2414619"/>
            <a:ext cx="104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nettó forgótőke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1BFA802-FDF3-7013-C7D7-D6F73262A166}"/>
              </a:ext>
            </a:extLst>
          </p:cNvPr>
          <p:cNvSpPr txBox="1"/>
          <p:nvPr/>
        </p:nvSpPr>
        <p:spPr>
          <a:xfrm>
            <a:off x="6589487" y="3106015"/>
            <a:ext cx="104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elveszett haszon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13AF191-0140-4D40-3285-4FD02999BEA7}"/>
              </a:ext>
            </a:extLst>
          </p:cNvPr>
          <p:cNvSpPr txBox="1"/>
          <p:nvPr/>
        </p:nvSpPr>
        <p:spPr>
          <a:xfrm>
            <a:off x="7634513" y="3725319"/>
            <a:ext cx="104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elsüllyedt költség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8ADD259-1273-4D9A-323F-8E0A8D9BBCAC}"/>
              </a:ext>
            </a:extLst>
          </p:cNvPr>
          <p:cNvSpPr txBox="1"/>
          <p:nvPr/>
        </p:nvSpPr>
        <p:spPr>
          <a:xfrm>
            <a:off x="7554685" y="4158713"/>
            <a:ext cx="1219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finanszírozási  költség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9677E47-5160-4991-02E3-623271219E4A}"/>
              </a:ext>
            </a:extLst>
          </p:cNvPr>
          <p:cNvSpPr txBox="1"/>
          <p:nvPr/>
        </p:nvSpPr>
        <p:spPr>
          <a:xfrm>
            <a:off x="7663545" y="1929087"/>
            <a:ext cx="104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elsüllyedt költség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33FD99E4-6BD9-C7E5-AE99-66EB1E2CA59F}"/>
              </a:ext>
            </a:extLst>
          </p:cNvPr>
          <p:cNvSpPr txBox="1"/>
          <p:nvPr/>
        </p:nvSpPr>
        <p:spPr>
          <a:xfrm>
            <a:off x="6589487" y="1388603"/>
            <a:ext cx="104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elveszett haszon</a:t>
            </a:r>
          </a:p>
        </p:txBody>
      </p:sp>
    </p:spTree>
    <p:extLst>
      <p:ext uri="{BB962C8B-B14F-4D97-AF65-F5344CB8AC3E}">
        <p14:creationId xmlns:p14="http://schemas.microsoft.com/office/powerpoint/2010/main" val="717389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57C89C7-517B-852D-E9DC-987CF117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D46BE23-77F6-98EE-6C8B-E72B986DAE51}"/>
              </a:ext>
            </a:extLst>
          </p:cNvPr>
          <p:cNvSpPr/>
          <p:nvPr/>
        </p:nvSpPr>
        <p:spPr>
          <a:xfrm>
            <a:off x="0" y="0"/>
            <a:ext cx="975946" cy="44137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hu-HU" sz="2400" dirty="0"/>
              <a:t>LEGFONTOSABB FOGALMAK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398B20E-9880-ACB1-C34F-D9A34202D446}"/>
              </a:ext>
            </a:extLst>
          </p:cNvPr>
          <p:cNvSpPr txBox="1"/>
          <p:nvPr/>
        </p:nvSpPr>
        <p:spPr>
          <a:xfrm>
            <a:off x="2714984" y="962458"/>
            <a:ext cx="1352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hu-HU" altLang="hu-HU" sz="2000" b="1" dirty="0">
                <a:solidFill>
                  <a:srgbClr val="7030A0"/>
                </a:solidFill>
                <a:latin typeface="+mn-lt"/>
              </a:rPr>
              <a:t>Működési</a:t>
            </a:r>
          </a:p>
          <a:p>
            <a:pPr algn="ctr">
              <a:spcBef>
                <a:spcPts val="0"/>
              </a:spcBef>
            </a:pPr>
            <a:r>
              <a:rPr lang="hu-HU" altLang="hu-HU" sz="2000" b="1" dirty="0">
                <a:solidFill>
                  <a:srgbClr val="7030A0"/>
                </a:solidFill>
                <a:latin typeface="+mn-lt"/>
              </a:rPr>
              <a:t>cash flow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D123F35-F7FC-82D0-00CD-89957C893345}"/>
              </a:ext>
            </a:extLst>
          </p:cNvPr>
          <p:cNvSpPr txBox="1"/>
          <p:nvPr/>
        </p:nvSpPr>
        <p:spPr>
          <a:xfrm>
            <a:off x="6263604" y="1070288"/>
            <a:ext cx="384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-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7F50C73-17AF-BB92-F90D-F13F403A9268}"/>
              </a:ext>
            </a:extLst>
          </p:cNvPr>
          <p:cNvSpPr txBox="1"/>
          <p:nvPr/>
        </p:nvSpPr>
        <p:spPr>
          <a:xfrm>
            <a:off x="6589487" y="983656"/>
            <a:ext cx="2332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hu-HU" altLang="hu-HU" sz="2000" b="1" dirty="0">
                <a:solidFill>
                  <a:srgbClr val="C00000"/>
                </a:solidFill>
                <a:latin typeface="+mn-lt"/>
              </a:rPr>
              <a:t>Beruházás kezdő tőkekiadása </a:t>
            </a:r>
            <a:r>
              <a:rPr lang="hu-HU" altLang="hu-HU" sz="1800" b="1" dirty="0">
                <a:solidFill>
                  <a:srgbClr val="C00000"/>
                </a:solidFill>
                <a:latin typeface="+mn-lt"/>
              </a:rPr>
              <a:t>(CAPEX)</a:t>
            </a:r>
            <a:endParaRPr lang="hu-HU" altLang="hu-HU" sz="2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3AE2471-6258-6F29-AA43-9839FA200E77}"/>
              </a:ext>
            </a:extLst>
          </p:cNvPr>
          <p:cNvSpPr txBox="1"/>
          <p:nvPr/>
        </p:nvSpPr>
        <p:spPr>
          <a:xfrm>
            <a:off x="4215725" y="993215"/>
            <a:ext cx="2034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altLang="hu-HU" sz="2000" b="1" dirty="0">
                <a:solidFill>
                  <a:srgbClr val="00B0F0"/>
                </a:solidFill>
                <a:latin typeface="+mn-lt"/>
              </a:rPr>
              <a:t>Nettó forgótőke változása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B6587F7-3405-E4E2-62EC-E7AEA7E45A76}"/>
              </a:ext>
            </a:extLst>
          </p:cNvPr>
          <p:cNvSpPr txBox="1"/>
          <p:nvPr/>
        </p:nvSpPr>
        <p:spPr>
          <a:xfrm>
            <a:off x="3894734" y="1043483"/>
            <a:ext cx="540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altLang="hu-HU" sz="2400" b="1" dirty="0">
                <a:latin typeface="Times New Roman" pitchFamily="18" charset="0"/>
                <a:cs typeface="Times New Roman" pitchFamily="18" charset="0"/>
              </a:rPr>
              <a:t>-</a:t>
            </a:r>
            <a:endParaRPr lang="hu-HU" sz="2400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6E48CBD5-C67C-C88F-4C68-E9E95378F7CB}"/>
              </a:ext>
            </a:extLst>
          </p:cNvPr>
          <p:cNvSpPr txBox="1"/>
          <p:nvPr/>
        </p:nvSpPr>
        <p:spPr>
          <a:xfrm>
            <a:off x="1056215" y="948677"/>
            <a:ext cx="1201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solidFill>
                  <a:srgbClr val="0070C0"/>
                </a:solidFill>
                <a:latin typeface="+mn-lt"/>
              </a:rPr>
              <a:t>Projekt cash flow</a:t>
            </a:r>
            <a:endParaRPr lang="hu-HU" sz="2000" b="1" dirty="0">
              <a:solidFill>
                <a:srgbClr val="0070C0"/>
              </a:solidFill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CFDBE1A-451D-612B-E0CB-DA6017201BB6}"/>
              </a:ext>
            </a:extLst>
          </p:cNvPr>
          <p:cNvSpPr txBox="1"/>
          <p:nvPr/>
        </p:nvSpPr>
        <p:spPr>
          <a:xfrm>
            <a:off x="2192842" y="993236"/>
            <a:ext cx="324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altLang="hu-HU" sz="3600" b="1" dirty="0">
                <a:latin typeface="Times New Roman" pitchFamily="18" charset="0"/>
              </a:rPr>
              <a:t>=</a:t>
            </a:r>
            <a:endParaRPr lang="hu-HU" sz="3600" b="1" dirty="0"/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2E936C97-EC10-AA96-D416-053DD5EED69C}"/>
              </a:ext>
            </a:extLst>
          </p:cNvPr>
          <p:cNvCxnSpPr>
            <a:cxnSpLocks/>
          </p:cNvCxnSpPr>
          <p:nvPr/>
        </p:nvCxnSpPr>
        <p:spPr>
          <a:xfrm>
            <a:off x="3078159" y="1639567"/>
            <a:ext cx="0" cy="412745"/>
          </a:xfrm>
          <a:prstGeom prst="straightConnector1">
            <a:avLst/>
          </a:prstGeom>
          <a:ln w="635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5">
            <a:extLst>
              <a:ext uri="{FF2B5EF4-FFF2-40B4-BE49-F238E27FC236}">
                <a16:creationId xmlns:a16="http://schemas.microsoft.com/office/drawing/2014/main" id="{4A664F38-A5BC-9EBA-689B-4F9490626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791" y="2081582"/>
            <a:ext cx="2948997" cy="2194512"/>
          </a:xfrm>
          <a:prstGeom prst="rect">
            <a:avLst/>
          </a:prstGeom>
          <a:solidFill>
            <a:srgbClr val="E2E2F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hu-HU" altLang="hu-HU" sz="1600" dirty="0">
                <a:latin typeface="Times New Roman" pitchFamily="18" charset="0"/>
              </a:rPr>
              <a:t>+</a:t>
            </a:r>
            <a:r>
              <a:rPr lang="hu-HU" altLang="hu-HU" sz="1600" dirty="0">
                <a:latin typeface="+mn-lt"/>
              </a:rPr>
              <a:t>Árbevétel</a:t>
            </a:r>
          </a:p>
          <a:p>
            <a:pPr marL="342900" indent="-342900"/>
            <a:r>
              <a:rPr lang="hu-HU" altLang="hu-HU" sz="1600" dirty="0">
                <a:latin typeface="+mn-lt"/>
              </a:rPr>
              <a:t>- Működési költségek</a:t>
            </a:r>
          </a:p>
          <a:p>
            <a:pPr marL="342900" indent="-342900"/>
            <a:r>
              <a:rPr lang="hu-HU" altLang="hu-HU" sz="1600" u="sng" dirty="0">
                <a:latin typeface="+mn-lt"/>
              </a:rPr>
              <a:t>- Értékcsökkenés		</a:t>
            </a:r>
          </a:p>
          <a:p>
            <a:pPr marL="342900" indent="-342900"/>
            <a:r>
              <a:rPr lang="hu-HU" altLang="hu-HU" sz="1600" dirty="0">
                <a:latin typeface="+mn-lt"/>
              </a:rPr>
              <a:t>= EBIT </a:t>
            </a:r>
            <a:r>
              <a:rPr lang="hu-HU" altLang="hu-HU" sz="1200" dirty="0">
                <a:latin typeface="+mn-lt"/>
              </a:rPr>
              <a:t>(Kamat és adó előtti eredmény)</a:t>
            </a:r>
          </a:p>
          <a:p>
            <a:pPr marL="342900" indent="-342900"/>
            <a:r>
              <a:rPr lang="hu-HU" altLang="hu-HU" sz="1600" dirty="0">
                <a:latin typeface="+mn-lt"/>
              </a:rPr>
              <a:t>- Társasági adó	</a:t>
            </a:r>
          </a:p>
          <a:p>
            <a:pPr marL="342900" indent="-342900"/>
            <a:r>
              <a:rPr lang="hu-HU" altLang="hu-HU" sz="1600" dirty="0">
                <a:latin typeface="+mn-lt"/>
              </a:rPr>
              <a:t> </a:t>
            </a:r>
            <a:r>
              <a:rPr lang="hu-HU" altLang="hu-HU" sz="1600" u="sng" dirty="0">
                <a:latin typeface="+mn-lt"/>
              </a:rPr>
              <a:t>Adózás utáni eredmény	</a:t>
            </a:r>
          </a:p>
          <a:p>
            <a:pPr marL="342900" indent="-342900">
              <a:spcBef>
                <a:spcPct val="20000"/>
              </a:spcBef>
            </a:pPr>
            <a:r>
              <a:rPr lang="hu-HU" altLang="hu-HU" sz="1600" dirty="0">
                <a:latin typeface="+mn-lt"/>
              </a:rPr>
              <a:t>+ Értékcsökkenés</a:t>
            </a:r>
          </a:p>
          <a:p>
            <a:pPr marL="342900" indent="-342900">
              <a:spcBef>
                <a:spcPct val="20000"/>
              </a:spcBef>
            </a:pPr>
            <a:r>
              <a:rPr lang="hu-HU" altLang="hu-HU" sz="1600" b="1" dirty="0">
                <a:solidFill>
                  <a:srgbClr val="7030A0"/>
                </a:solidFill>
                <a:latin typeface="+mn-lt"/>
              </a:rPr>
              <a:t>= MŰKÖDÉSI CASH FLOW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F214F39-91C6-2C6B-6E95-646964EAD96F}"/>
              </a:ext>
            </a:extLst>
          </p:cNvPr>
          <p:cNvSpPr txBox="1">
            <a:spLocks/>
          </p:cNvSpPr>
          <p:nvPr/>
        </p:nvSpPr>
        <p:spPr>
          <a:xfrm>
            <a:off x="1056215" y="106605"/>
            <a:ext cx="8029728" cy="5730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400" b="1" dirty="0">
                <a:latin typeface="+mj-lt"/>
              </a:rPr>
              <a:t>Miből számoljuk egy beruházási projekt cash flow-ját?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CAB71DFE-5450-19D3-E48E-BA86580EB0C1}"/>
              </a:ext>
            </a:extLst>
          </p:cNvPr>
          <p:cNvSpPr txBox="1"/>
          <p:nvPr/>
        </p:nvSpPr>
        <p:spPr>
          <a:xfrm>
            <a:off x="5143265" y="2206869"/>
            <a:ext cx="2213429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+mn-lt"/>
              </a:rPr>
              <a:t>+ Készletek változása </a:t>
            </a:r>
          </a:p>
          <a:p>
            <a:r>
              <a:rPr lang="hu-HU" sz="1600" dirty="0">
                <a:latin typeface="+mn-lt"/>
              </a:rPr>
              <a:t>+ Vevők változása</a:t>
            </a:r>
          </a:p>
          <a:p>
            <a:r>
              <a:rPr lang="hu-HU" sz="1600" u="sng" dirty="0">
                <a:latin typeface="+mn-lt"/>
              </a:rPr>
              <a:t> - Szállítók változása</a:t>
            </a:r>
          </a:p>
          <a:p>
            <a:r>
              <a:rPr lang="hu-HU" sz="1600" b="1" dirty="0">
                <a:solidFill>
                  <a:srgbClr val="00B0F0"/>
                </a:solidFill>
                <a:latin typeface="+mn-lt"/>
              </a:rPr>
              <a:t>= NETTÓ FORGÓTŐKE</a:t>
            </a:r>
          </a:p>
          <a:p>
            <a:r>
              <a:rPr lang="hu-HU" sz="1600" b="1" dirty="0">
                <a:solidFill>
                  <a:srgbClr val="00B0F0"/>
                </a:solidFill>
                <a:latin typeface="+mn-lt"/>
              </a:rPr>
              <a:t>    VÁLTOZÁSA</a:t>
            </a:r>
          </a:p>
        </p:txBody>
      </p: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A3D04434-58DB-962E-B0D4-B7E61EA626AF}"/>
              </a:ext>
            </a:extLst>
          </p:cNvPr>
          <p:cNvCxnSpPr>
            <a:cxnSpLocks/>
          </p:cNvCxnSpPr>
          <p:nvPr/>
        </p:nvCxnSpPr>
        <p:spPr>
          <a:xfrm>
            <a:off x="5712502" y="1691542"/>
            <a:ext cx="0" cy="412745"/>
          </a:xfrm>
          <a:prstGeom prst="straightConnector1">
            <a:avLst/>
          </a:prstGeom>
          <a:ln w="635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95597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589EF1-56EB-4E1B-CB56-ED20A6E80B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928915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solidFill>
                  <a:schemeClr val="tx1"/>
                </a:solidFill>
                <a:latin typeface="+mj-lt"/>
              </a:rPr>
              <a:t>2. feladat: </a:t>
            </a:r>
          </a:p>
          <a:p>
            <a:pPr algn="ctr"/>
            <a:r>
              <a:rPr lang="hu-HU" sz="2400" b="1" dirty="0">
                <a:solidFill>
                  <a:schemeClr val="bg1"/>
                </a:solidFill>
                <a:latin typeface="+mj-lt"/>
                <a:cs typeface="Times New Roman" pitchFamily="18" charset="0"/>
              </a:rPr>
              <a:t>Számoljuk ki az adózott eredményt pénzügyi kimutatás adatokból!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185648E-7ABB-2ED0-98FB-B1FD823E90EA}"/>
              </a:ext>
            </a:extLst>
          </p:cNvPr>
          <p:cNvSpPr txBox="1"/>
          <p:nvPr/>
        </p:nvSpPr>
        <p:spPr>
          <a:xfrm>
            <a:off x="435429" y="1153886"/>
            <a:ext cx="838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latin typeface="+mn-lt"/>
              </a:rPr>
              <a:t>A Nike értékesítési bevétele 46 309 millió dollár volt 2024-s üzleti évben. Az eladott áruk beszerzési értéke  26 519 millió dollár volt, a vállalati fix költségek 16 088 millió dollárt tettek ki, ebből az értékcsökkenés 808 millió dollár volt. </a:t>
            </a:r>
          </a:p>
          <a:p>
            <a:pPr marL="342900" indent="-342900">
              <a:buAutoNum type="alphaLcParenR"/>
            </a:pPr>
            <a:r>
              <a:rPr lang="hu-HU" sz="1800" dirty="0">
                <a:latin typeface="+mn-lt"/>
              </a:rPr>
              <a:t>Mennyi volt az EBIT (kamat és adófizetés előtti eredmény)?</a:t>
            </a:r>
          </a:p>
          <a:p>
            <a:pPr marL="342900" indent="-342900">
              <a:buAutoNum type="alphaLcParenR"/>
            </a:pPr>
            <a:r>
              <a:rPr lang="hu-HU" sz="1800" dirty="0">
                <a:latin typeface="+mn-lt"/>
              </a:rPr>
              <a:t>Mennyi volt a Nike adózott eredménye, ha az adókulcs 20%?</a:t>
            </a:r>
          </a:p>
        </p:txBody>
      </p:sp>
    </p:spTree>
    <p:extLst>
      <p:ext uri="{BB962C8B-B14F-4D97-AF65-F5344CB8AC3E}">
        <p14:creationId xmlns:p14="http://schemas.microsoft.com/office/powerpoint/2010/main" val="3372332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D630-D3EF-1A74-2BBE-075E076BB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C9146272-42B1-1B95-46EF-6AF8EC7ABEAE}"/>
              </a:ext>
            </a:extLst>
          </p:cNvPr>
          <p:cNvSpPr txBox="1"/>
          <p:nvPr/>
        </p:nvSpPr>
        <p:spPr>
          <a:xfrm>
            <a:off x="435428" y="991647"/>
            <a:ext cx="838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+mn-lt"/>
              </a:rPr>
              <a:t>A Nike értékesítési bevétele 46 309 millió dollár volt 2024-s üzleti évben. Az eladott áruk beszerzési értéke  26 519 millió dollár volt, a vállalati fix költségek 16 088 millió dollárt tettek ki, ebből az értékcsökkenés 808 millió dollár volt. </a:t>
            </a:r>
          </a:p>
          <a:p>
            <a:pPr marL="342900" indent="-342900">
              <a:buAutoNum type="alphaLcParenR"/>
            </a:pPr>
            <a:r>
              <a:rPr lang="hu-HU" sz="1600" dirty="0">
                <a:latin typeface="+mn-lt"/>
              </a:rPr>
              <a:t>Mennyi volt az EBIT (kamat és adófizetés előtti eredmény)?</a:t>
            </a:r>
          </a:p>
          <a:p>
            <a:pPr marL="342900" indent="-342900">
              <a:buAutoNum type="alphaLcParenR"/>
            </a:pPr>
            <a:r>
              <a:rPr lang="hu-HU" sz="1600" dirty="0">
                <a:latin typeface="+mn-lt"/>
              </a:rPr>
              <a:t>Mennyi volt a Nike adózott eredménye, ha az adókulcs 20%?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0B022D8-FCBD-076B-9203-5BB7B0B04A1C}"/>
              </a:ext>
            </a:extLst>
          </p:cNvPr>
          <p:cNvSpPr txBox="1"/>
          <p:nvPr/>
        </p:nvSpPr>
        <p:spPr>
          <a:xfrm>
            <a:off x="435428" y="2549133"/>
            <a:ext cx="3824515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800" dirty="0">
                <a:latin typeface="+mn-lt"/>
              </a:rPr>
              <a:t>a) Mennyi az EBIT?</a:t>
            </a:r>
          </a:p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Árbevétel 	    +46 309 millió </a:t>
            </a:r>
          </a:p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Változó költség 	    - 26 519 millió</a:t>
            </a:r>
          </a:p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Fix költség </a:t>
            </a:r>
            <a:r>
              <a:rPr lang="hu-HU" sz="1200" dirty="0">
                <a:solidFill>
                  <a:srgbClr val="0070C0"/>
                </a:solidFill>
                <a:latin typeface="+mn-lt"/>
              </a:rPr>
              <a:t>(Écs nélkül)</a:t>
            </a:r>
            <a:r>
              <a:rPr lang="hu-HU" sz="1800" dirty="0">
                <a:solidFill>
                  <a:srgbClr val="0070C0"/>
                </a:solidFill>
                <a:latin typeface="+mn-lt"/>
              </a:rPr>
              <a:t>	    - 15 280 millió</a:t>
            </a:r>
          </a:p>
          <a:p>
            <a:r>
              <a:rPr lang="hu-HU" sz="1800" u="sng" dirty="0">
                <a:solidFill>
                  <a:srgbClr val="0070C0"/>
                </a:solidFill>
                <a:latin typeface="+mn-lt"/>
              </a:rPr>
              <a:t>Értékcsökkenés	    -     808 millió</a:t>
            </a:r>
          </a:p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EBIT		    3 702 millió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0352E51-BEFB-F9C3-8901-F92DA6684857}"/>
              </a:ext>
            </a:extLst>
          </p:cNvPr>
          <p:cNvSpPr txBox="1"/>
          <p:nvPr/>
        </p:nvSpPr>
        <p:spPr>
          <a:xfrm>
            <a:off x="4782459" y="2530083"/>
            <a:ext cx="3926113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800" dirty="0">
                <a:latin typeface="+mn-lt"/>
              </a:rPr>
              <a:t>b) Mennyi az adózott eredmény?</a:t>
            </a:r>
          </a:p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EBIT		     3 702  millió</a:t>
            </a:r>
          </a:p>
          <a:p>
            <a:r>
              <a:rPr lang="hu-HU" sz="1800" u="sng" dirty="0">
                <a:solidFill>
                  <a:srgbClr val="0070C0"/>
                </a:solidFill>
                <a:latin typeface="+mn-lt"/>
              </a:rPr>
              <a:t>Adó (20%)	  -    740,4 millió</a:t>
            </a:r>
          </a:p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Adózott eredmény     2 961,6 millió</a:t>
            </a: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661B6016-803E-30C5-82B2-F681F12530A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928915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solidFill>
                  <a:schemeClr val="tx1"/>
                </a:solidFill>
                <a:latin typeface="+mj-lt"/>
              </a:rPr>
              <a:t>2. feladat megoldása: </a:t>
            </a:r>
          </a:p>
          <a:p>
            <a:pPr algn="ctr"/>
            <a:r>
              <a:rPr lang="hu-HU" sz="2400" b="1" dirty="0">
                <a:solidFill>
                  <a:schemeClr val="bg1"/>
                </a:solidFill>
                <a:latin typeface="+mj-lt"/>
                <a:cs typeface="Times New Roman" pitchFamily="18" charset="0"/>
              </a:rPr>
              <a:t>Számoljuk ki az adózott eredményt!</a:t>
            </a:r>
            <a:endParaRPr lang="hu-HU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447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6AB34A-D918-9819-95AD-96D38DF541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3. feladat: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Számoljuk ki a működési cash flow-t!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3A6F046-0BC7-19E6-9DB4-7FA8AAD0423F}"/>
              </a:ext>
            </a:extLst>
          </p:cNvPr>
          <p:cNvSpPr txBox="1"/>
          <p:nvPr/>
        </p:nvSpPr>
        <p:spPr>
          <a:xfrm>
            <a:off x="413657" y="957943"/>
            <a:ext cx="81207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n-lt"/>
              </a:rPr>
              <a:t>Egy mozgó fagylaltozó nyitását tervezi barátnőjével. Ehhez be kell ruházniuk egy fagylaltárusításra alkalmas büfékocsiba 6 000 000 Ft-ot, amire évi 10% értékcsökkenést lehet elszámolni.</a:t>
            </a:r>
          </a:p>
          <a:p>
            <a:r>
              <a:rPr lang="hu-HU" dirty="0">
                <a:latin typeface="+mn-lt"/>
              </a:rPr>
              <a:t>Egy gombóc fagyit 800 Ft-s áron szeretne árulni. A piackutatásuk szerint ezen az áron átlagosan évi  20 000 gombócot lehet eladni. A fagyi alapanyagok beszerzési költsége 300 Ft/gombóc, a fix költség (energia, bér) évi 4 000 000 Ft. Az adókulcs 10%.</a:t>
            </a:r>
          </a:p>
          <a:p>
            <a:r>
              <a:rPr lang="hu-HU" dirty="0">
                <a:latin typeface="+mn-lt"/>
              </a:rPr>
              <a:t>Mennyi a fagylaltozó projekt várható működési cash flow-ja évente?</a:t>
            </a:r>
          </a:p>
        </p:txBody>
      </p:sp>
    </p:spTree>
    <p:extLst>
      <p:ext uri="{BB962C8B-B14F-4D97-AF65-F5344CB8AC3E}">
        <p14:creationId xmlns:p14="http://schemas.microsoft.com/office/powerpoint/2010/main" val="1644490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5546-1549-2CCF-505C-E3B3AD5D2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8C2275-716F-768D-70B2-C1A6479DAE7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3.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Számoljuk ki a működési cash flow-t!</a:t>
            </a:r>
            <a:endParaRPr lang="hu-HU" sz="2400" dirty="0">
              <a:solidFill>
                <a:schemeClr val="bg1"/>
              </a:solidFill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A33EFFC-FA4A-4B60-F047-5925F9462486}"/>
              </a:ext>
            </a:extLst>
          </p:cNvPr>
          <p:cNvSpPr txBox="1"/>
          <p:nvPr/>
        </p:nvSpPr>
        <p:spPr>
          <a:xfrm>
            <a:off x="115480" y="803075"/>
            <a:ext cx="85053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Egy mozgó fagylaltozó nyitását tervezi barátnőjével. Ehhez be kell ruházniuk egy fagylaltárusításra alkalmas büfékocsiba 6 000 000 Ft-ot, amire évi 10% értékcsökkenést lehet elszámolni.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Egy gombóc fagyit 800 Ft-s áron szeretne árulni. A piackutatásuk szerint ezen az áron átlagosan évi  20 000 gombócot lehet eladni. A fagyi alapanyagok beszerzési költsége 300 Ft/gombóc, a fix költség (energia, bér) évi 4 000 000 Ft. Az adókulcs 10%.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Mennyi a fagylaltozó várható működési cash flow-ja évente?</a:t>
            </a:r>
          </a:p>
        </p:txBody>
      </p:sp>
      <p:graphicFrame>
        <p:nvGraphicFramePr>
          <p:cNvPr id="8" name="Group 141">
            <a:extLst>
              <a:ext uri="{FF2B5EF4-FFF2-40B4-BE49-F238E27FC236}">
                <a16:creationId xmlns:a16="http://schemas.microsoft.com/office/drawing/2014/main" id="{3A1D9D9D-90A2-D5E8-5726-24CBBD6B6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615954"/>
              </p:ext>
            </p:extLst>
          </p:nvPr>
        </p:nvGraphicFramePr>
        <p:xfrm>
          <a:off x="4220030" y="2571750"/>
          <a:ext cx="4923970" cy="2560390"/>
        </p:xfrm>
        <a:graphic>
          <a:graphicData uri="http://schemas.openxmlformats.org/drawingml/2006/table">
            <a:tbl>
              <a:tblPr/>
              <a:tblGrid>
                <a:gridCol w="3412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+  Árbevétel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Változó költség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Fix működési költség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Értékcsökkenés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EBIT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Társasági adó (10%)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767106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Adózott eredmény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5070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Szabadkéz 3">
                <a:extLst>
                  <a:ext uri="{FF2B5EF4-FFF2-40B4-BE49-F238E27FC236}">
                    <a16:creationId xmlns:a16="http://schemas.microsoft.com/office/drawing/2014/main" id="{33241177-16C9-59BC-F94A-06D8A91BA085}"/>
                  </a:ext>
                </a:extLst>
              </p14:cNvPr>
              <p14:cNvContentPartPr/>
              <p14:nvPr/>
            </p14:nvContentPartPr>
            <p14:xfrm>
              <a:off x="2259000" y="2053080"/>
              <a:ext cx="6808320" cy="2998800"/>
            </p14:xfrm>
          </p:contentPart>
        </mc:Choice>
        <mc:Fallback>
          <p:pic>
            <p:nvPicPr>
              <p:cNvPr id="4" name="Szabadkéz 3">
                <a:extLst>
                  <a:ext uri="{FF2B5EF4-FFF2-40B4-BE49-F238E27FC236}">
                    <a16:creationId xmlns:a16="http://schemas.microsoft.com/office/drawing/2014/main" id="{33241177-16C9-59BC-F94A-06D8A91BA0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9640" y="2043720"/>
                <a:ext cx="6827040" cy="301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107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6AD591A5-F861-49DB-ADE6-B178CD327E17}"/>
              </a:ext>
            </a:extLst>
          </p:cNvPr>
          <p:cNvSpPr txBox="1"/>
          <p:nvPr/>
        </p:nvSpPr>
        <p:spPr>
          <a:xfrm>
            <a:off x="428171" y="867418"/>
            <a:ext cx="8374743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hu-HU" sz="1800" b="1" dirty="0">
                <a:solidFill>
                  <a:srgbClr val="00B050"/>
                </a:solidFill>
              </a:rPr>
              <a:t>1) A</a:t>
            </a:r>
            <a:r>
              <a:rPr lang="hu-HU" sz="1800" b="1" spc="-85" dirty="0">
                <a:solidFill>
                  <a:srgbClr val="00B050"/>
                </a:solidFill>
              </a:rPr>
              <a:t> </a:t>
            </a:r>
            <a:r>
              <a:rPr lang="hu-HU" sz="1800" b="1" spc="-25" dirty="0">
                <a:solidFill>
                  <a:srgbClr val="00B050"/>
                </a:solidFill>
              </a:rPr>
              <a:t>„</a:t>
            </a:r>
            <a:r>
              <a:rPr lang="hu-HU" sz="1800" b="1" spc="-25" dirty="0" err="1">
                <a:solidFill>
                  <a:srgbClr val="00B050"/>
                </a:solidFill>
              </a:rPr>
              <a:t>bottom-</a:t>
            </a:r>
            <a:r>
              <a:rPr lang="hu-HU" sz="1800" b="1" dirty="0" err="1">
                <a:solidFill>
                  <a:srgbClr val="00B050"/>
                </a:solidFill>
              </a:rPr>
              <a:t>up</a:t>
            </a:r>
            <a:r>
              <a:rPr lang="hu-HU" sz="1800" b="1" dirty="0">
                <a:solidFill>
                  <a:srgbClr val="00B050"/>
                </a:solidFill>
              </a:rPr>
              <a:t>”</a:t>
            </a:r>
            <a:r>
              <a:rPr lang="hu-HU" sz="1800" b="1" spc="-75" dirty="0">
                <a:solidFill>
                  <a:srgbClr val="00B050"/>
                </a:solidFill>
              </a:rPr>
              <a:t> </a:t>
            </a:r>
            <a:r>
              <a:rPr lang="hu-HU" sz="1800" b="1" spc="-10" dirty="0">
                <a:solidFill>
                  <a:srgbClr val="00B050"/>
                </a:solidFill>
              </a:rPr>
              <a:t>megközelítés: </a:t>
            </a:r>
            <a:r>
              <a:rPr lang="hu-HU" sz="1800" dirty="0"/>
              <a:t>az</a:t>
            </a:r>
            <a:r>
              <a:rPr lang="hu-HU" sz="1800" spc="-70" dirty="0"/>
              <a:t> </a:t>
            </a:r>
            <a:r>
              <a:rPr lang="hu-HU" sz="1800" spc="-10" dirty="0"/>
              <a:t>eredménykimutatás aljáról az adózott eredménnyel kezdünk, és felfelé haladva hozzáadunk minden pénzmozgással nem járó levonást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AF8A05F-10F5-DE57-3A97-C02EC363E5C1}"/>
              </a:ext>
            </a:extLst>
          </p:cNvPr>
          <p:cNvSpPr txBox="1"/>
          <p:nvPr/>
        </p:nvSpPr>
        <p:spPr>
          <a:xfrm>
            <a:off x="1059542" y="297543"/>
            <a:ext cx="6966857" cy="4247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  <a:sym typeface="Arial"/>
                <a:rtl val="0"/>
              </a:rPr>
              <a:t>A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  <a:sym typeface="Arial"/>
                <a:rtl val="0"/>
              </a:rPr>
              <a:t>működési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  <a:sym typeface="Arial"/>
                <a:rtl val="0"/>
              </a:rPr>
              <a:t> cash flow </a:t>
            </a:r>
            <a:r>
              <a:rPr kumimoji="0" lang="hu-HU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  <a:sym typeface="Arial"/>
                <a:rtl val="0"/>
              </a:rPr>
              <a:t>(OCF)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  <a:sym typeface="Arial"/>
                <a:rtl val="0"/>
              </a:rPr>
              <a:t>alternatív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uLnTx/>
                <a:uFillTx/>
                <a:latin typeface="Arial"/>
                <a:cs typeface="Arial"/>
                <a:sym typeface="Arial"/>
                <a:rtl val="0"/>
              </a:rPr>
              <a:t>definíciói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BB87A1A-0D5F-A1A6-5BE2-8EDBC35E9E12}"/>
              </a:ext>
            </a:extLst>
          </p:cNvPr>
          <p:cNvSpPr txBox="1"/>
          <p:nvPr/>
        </p:nvSpPr>
        <p:spPr>
          <a:xfrm>
            <a:off x="2561771" y="1544509"/>
            <a:ext cx="447765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00B050"/>
                </a:solidFill>
                <a:latin typeface="+mn-lt"/>
              </a:rPr>
              <a:t>OCF= adózott eredmény + értékcsökkenés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72A32E5-FDBE-D8C5-03EA-3B5F7FC58943}"/>
              </a:ext>
            </a:extLst>
          </p:cNvPr>
          <p:cNvSpPr txBox="1"/>
          <p:nvPr/>
        </p:nvSpPr>
        <p:spPr>
          <a:xfrm>
            <a:off x="428171" y="1957384"/>
            <a:ext cx="792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 spc="-25" dirty="0">
                <a:solidFill>
                  <a:srgbClr val="C00000"/>
                </a:solidFill>
              </a:rPr>
              <a:t>2) A „top-down” megközelítés</a:t>
            </a:r>
            <a:r>
              <a:rPr lang="hu-HU" sz="1800" b="1" spc="-25" dirty="0"/>
              <a:t>: </a:t>
            </a:r>
            <a:r>
              <a:rPr lang="hu-HU" sz="1800" dirty="0"/>
              <a:t>az</a:t>
            </a:r>
            <a:r>
              <a:rPr lang="hu-HU" sz="1800" spc="-70" dirty="0"/>
              <a:t> </a:t>
            </a:r>
            <a:r>
              <a:rPr lang="hu-HU" sz="1800" spc="-10" dirty="0"/>
              <a:t>eredménykimutatás </a:t>
            </a:r>
            <a:r>
              <a:rPr lang="hu-HU" sz="1800" spc="-20" dirty="0"/>
              <a:t>tetején</a:t>
            </a:r>
            <a:r>
              <a:rPr lang="hu-HU" sz="1800" spc="-60" dirty="0"/>
              <a:t> </a:t>
            </a:r>
            <a:r>
              <a:rPr lang="hu-HU" sz="1800" spc="-25" dirty="0"/>
              <a:t>kezdjük </a:t>
            </a:r>
            <a:r>
              <a:rPr lang="hu-HU" sz="1800" dirty="0"/>
              <a:t>az</a:t>
            </a:r>
            <a:r>
              <a:rPr lang="hu-HU" sz="1800" spc="-55" dirty="0"/>
              <a:t> </a:t>
            </a:r>
            <a:r>
              <a:rPr lang="hu-HU" sz="1800" spc="-30" dirty="0"/>
              <a:t>árbevétellel,</a:t>
            </a:r>
            <a:r>
              <a:rPr lang="hu-HU" sz="1800" spc="-60" dirty="0"/>
              <a:t> </a:t>
            </a:r>
            <a:r>
              <a:rPr lang="hu-HU" sz="1800" dirty="0"/>
              <a:t>és</a:t>
            </a:r>
            <a:r>
              <a:rPr lang="hu-HU" sz="1800" spc="-55" dirty="0"/>
              <a:t> </a:t>
            </a:r>
            <a:r>
              <a:rPr lang="hu-HU" sz="1800" dirty="0"/>
              <a:t>a</a:t>
            </a:r>
            <a:r>
              <a:rPr lang="hu-HU" sz="1800" spc="-60" dirty="0"/>
              <a:t> </a:t>
            </a:r>
            <a:r>
              <a:rPr lang="hu-HU" sz="1800" spc="-20" dirty="0"/>
              <a:t>költségek,</a:t>
            </a:r>
            <a:r>
              <a:rPr lang="hu-HU" sz="1800" spc="-55" dirty="0"/>
              <a:t> </a:t>
            </a:r>
            <a:r>
              <a:rPr lang="hu-HU" sz="1800" dirty="0"/>
              <a:t>adók levonásával jutunk el a OCF-</a:t>
            </a:r>
            <a:r>
              <a:rPr lang="hu-HU" sz="1800" dirty="0" err="1"/>
              <a:t>hez</a:t>
            </a:r>
            <a:r>
              <a:rPr lang="hu-HU" sz="1800" dirty="0"/>
              <a:t>.</a:t>
            </a:r>
          </a:p>
          <a:p>
            <a:r>
              <a:rPr lang="pt-BR" sz="1800" spc="-25" dirty="0"/>
              <a:t>Nem vesszük figyelembe a pénzmozgással nem járó tételeket</a:t>
            </a:r>
            <a:r>
              <a:rPr lang="hu-HU" sz="1800" b="1" spc="-25" dirty="0"/>
              <a:t>! </a:t>
            </a:r>
            <a:endParaRPr lang="hu-HU" sz="1800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AE14A24A-C763-9A6D-9199-1D171A4CE625}"/>
              </a:ext>
            </a:extLst>
          </p:cNvPr>
          <p:cNvSpPr txBox="1"/>
          <p:nvPr/>
        </p:nvSpPr>
        <p:spPr>
          <a:xfrm>
            <a:off x="428171" y="3272076"/>
            <a:ext cx="8258629" cy="91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hu-HU" sz="1800" b="1" dirty="0"/>
              <a:t>3) Az</a:t>
            </a:r>
            <a:r>
              <a:rPr lang="hu-HU" sz="1800" b="1" spc="-70" dirty="0"/>
              <a:t> </a:t>
            </a:r>
            <a:r>
              <a:rPr lang="hu-HU" sz="1800" b="1" dirty="0"/>
              <a:t>adópajzs</a:t>
            </a:r>
            <a:r>
              <a:rPr lang="hu-HU" sz="1800" b="1" spc="-55" dirty="0"/>
              <a:t> </a:t>
            </a:r>
            <a:r>
              <a:rPr lang="hu-HU" sz="1800" b="1" spc="-20" dirty="0"/>
              <a:t>megközelítés:</a:t>
            </a:r>
            <a:r>
              <a:rPr lang="hu-HU" sz="1800" spc="-20" dirty="0"/>
              <a:t> arra teszi a hangsúlyt, hogy az értékcsökkenési leírás levonásával adómegtakarításra van lehetőség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hu-HU" sz="1800" spc="-20" dirty="0"/>
              <a:t> </a:t>
            </a:r>
            <a:r>
              <a:rPr lang="hu-HU" sz="1800" b="1" spc="-20" dirty="0"/>
              <a:t> </a:t>
            </a:r>
            <a:endParaRPr lang="en-US" sz="1800" b="1" spc="-25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DA07AD1-B1F5-801B-28C9-428FA3622FFC}"/>
              </a:ext>
            </a:extLst>
          </p:cNvPr>
          <p:cNvSpPr txBox="1"/>
          <p:nvPr/>
        </p:nvSpPr>
        <p:spPr>
          <a:xfrm>
            <a:off x="2561771" y="2825750"/>
            <a:ext cx="4709886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C00000"/>
                </a:solidFill>
                <a:latin typeface="+mn-lt"/>
              </a:rPr>
              <a:t>OCF= árbevétel – </a:t>
            </a:r>
            <a:r>
              <a:rPr lang="hu-HU" sz="1800" b="1" dirty="0">
                <a:solidFill>
                  <a:srgbClr val="C00000"/>
                </a:solidFill>
                <a:latin typeface="Segoe UI Semilight"/>
              </a:rPr>
              <a:t>költségek </a:t>
            </a:r>
            <a:r>
              <a:rPr lang="hu-HU" b="1" dirty="0">
                <a:solidFill>
                  <a:srgbClr val="C00000"/>
                </a:solidFill>
                <a:latin typeface="Segoe UI Semilight"/>
              </a:rPr>
              <a:t>(ÉCS nélkül) </a:t>
            </a:r>
            <a:r>
              <a:rPr lang="hu-HU" sz="1800" b="1" dirty="0">
                <a:solidFill>
                  <a:srgbClr val="C00000"/>
                </a:solidFill>
                <a:latin typeface="+mn-lt"/>
              </a:rPr>
              <a:t>- adók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F67A35F6-AA27-A860-6083-F8BCDBC21059}"/>
              </a:ext>
            </a:extLst>
          </p:cNvPr>
          <p:cNvSpPr txBox="1"/>
          <p:nvPr/>
        </p:nvSpPr>
        <p:spPr>
          <a:xfrm>
            <a:off x="1059542" y="3819918"/>
            <a:ext cx="664028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OCF</a:t>
            </a:r>
            <a:r>
              <a:rPr lang="hu-HU" sz="1800" spc="-3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(árbevétel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−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költségek)</a:t>
            </a:r>
            <a:r>
              <a:rPr lang="hu-HU" sz="1800" spc="-3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−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hu-HU" sz="1800" i="1" baseline="-31746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hu-H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hu-HU" sz="1800" spc="-3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spc="-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értékcsökkenés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hu-HU" sz="1800" spc="-3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800" i="1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hu-HU" sz="1800" i="1" spc="-37" baseline="-31746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CDD6638-98D4-3819-5BEE-C79C141E78A1}"/>
              </a:ext>
            </a:extLst>
          </p:cNvPr>
          <p:cNvSpPr txBox="1"/>
          <p:nvPr/>
        </p:nvSpPr>
        <p:spPr>
          <a:xfrm>
            <a:off x="7808686" y="3819918"/>
            <a:ext cx="124097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hu-HU" i="1" spc="-2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hu-HU" i="1" spc="-37" baseline="-31746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hu-HU" i="1" spc="-37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u-HU" spc="-37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adókulcs</a:t>
            </a:r>
          </a:p>
        </p:txBody>
      </p:sp>
    </p:spTree>
    <p:extLst>
      <p:ext uri="{BB962C8B-B14F-4D97-AF65-F5344CB8AC3E}">
        <p14:creationId xmlns:p14="http://schemas.microsoft.com/office/powerpoint/2010/main" val="292898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8" grpId="0"/>
      <p:bldP spid="10" grpId="0"/>
      <p:bldP spid="11" grpId="0" animBg="1"/>
      <p:bldP spid="12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E1C68855-FE82-09FA-52F1-9D3B6AD473FD}"/>
              </a:ext>
            </a:extLst>
          </p:cNvPr>
          <p:cNvSpPr txBox="1"/>
          <p:nvPr/>
        </p:nvSpPr>
        <p:spPr>
          <a:xfrm>
            <a:off x="649495" y="918373"/>
            <a:ext cx="867989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hu-HU" sz="1800" b="1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bottom-up</a:t>
            </a:r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módszer:</a:t>
            </a: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A legalsó sorból indul (nettó eredmény), </a:t>
            </a:r>
            <a:r>
              <a:rPr lang="hu-HU" sz="18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majd visszaadja a nem cash tételeket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hu-HU" sz="1800" b="1" i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nettó eredmény nem egyenlő a cash flow-</a:t>
            </a:r>
            <a:r>
              <a:rPr lang="hu-HU" sz="1800" b="1" i="1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, mert vannak benne:</a:t>
            </a: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nem pénzbeli költségek, időbeli elhatárolások, számviteli tételek. </a:t>
            </a:r>
          </a:p>
          <a:p>
            <a:r>
              <a:rPr lang="hu-HU" sz="18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A legfontosabb ilyen:</a:t>
            </a: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értékcsökkenés</a:t>
            </a:r>
          </a:p>
          <a:p>
            <a:r>
              <a:rPr lang="hu-HU" sz="1800" b="1" dirty="0">
                <a:latin typeface="Cambria" panose="02040503050406030204" pitchFamily="18" charset="0"/>
                <a:ea typeface="Cambria" panose="02040503050406030204" pitchFamily="18" charset="0"/>
              </a:rPr>
              <a:t>Miért kell visszaadni az értékcsökkenést?</a:t>
            </a:r>
          </a:p>
          <a:p>
            <a:r>
              <a:rPr lang="hu-HU" sz="18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Az EBIT-</a:t>
            </a:r>
            <a:r>
              <a:rPr lang="hu-HU" sz="1800" b="1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</a:t>
            </a:r>
            <a:r>
              <a:rPr lang="hu-HU" sz="18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csökkenti, de nincs mögötte aktuális pénzkiadás</a:t>
            </a: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A pénz akkor ment ki, amikor megvették a gépet (CAPEX), utána az amortizáció már csak számviteli költség.</a:t>
            </a:r>
          </a:p>
          <a:p>
            <a:r>
              <a:rPr lang="hu-HU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Számviteli profitból indulunk, majd korrigáljuk a nem cash tételekkel. </a:t>
            </a:r>
          </a:p>
          <a:p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Ez erősen accounting szemlélet</a:t>
            </a:r>
          </a:p>
          <a:p>
            <a:endParaRPr lang="hu-HU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hu-HU" dirty="0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C80A1A4C-F108-71D9-C15B-BF6516BDF6B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4000" b="1" dirty="0" err="1">
                <a:latin typeface="+mj-lt"/>
              </a:rPr>
              <a:t>Bottom-up</a:t>
            </a:r>
            <a:r>
              <a:rPr lang="hu-HU" sz="4000" b="1" dirty="0">
                <a:latin typeface="+mj-lt"/>
              </a:rPr>
              <a:t> módszer</a:t>
            </a:r>
            <a:endParaRPr lang="hu-H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27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/>
        </p:nvSpPr>
        <p:spPr>
          <a:xfrm>
            <a:off x="375000" y="914401"/>
            <a:ext cx="8394000" cy="307702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r>
              <a:rPr lang="hu-HU" sz="1800" dirty="0">
                <a:latin typeface="+mn-lt"/>
                <a:cs typeface="Times New Roman" pitchFamily="18" charset="0"/>
              </a:rPr>
              <a:t>Egy pizzéria nyitását tervezi az alábbi adatok alapján:</a:t>
            </a:r>
          </a:p>
          <a:p>
            <a:r>
              <a:rPr lang="hu-HU" sz="1800" dirty="0">
                <a:latin typeface="+mn-lt"/>
                <a:cs typeface="Times New Roman" pitchFamily="18" charset="0"/>
              </a:rPr>
              <a:t>- Várható évi értékesítés: 10 000 db pizza, 4 000 Ft/db eladási áron.</a:t>
            </a:r>
          </a:p>
          <a:p>
            <a:r>
              <a:rPr lang="hu-HU" sz="1800" dirty="0">
                <a:latin typeface="+mn-lt"/>
                <a:cs typeface="Times New Roman" pitchFamily="18" charset="0"/>
              </a:rPr>
              <a:t>- Pizza készítés költségei:    változó költség 2 500 Ft/db, </a:t>
            </a:r>
            <a:br>
              <a:rPr lang="hu-HU" sz="1800" dirty="0">
                <a:latin typeface="+mn-lt"/>
                <a:cs typeface="Times New Roman" pitchFamily="18" charset="0"/>
              </a:rPr>
            </a:br>
            <a:r>
              <a:rPr lang="hu-HU" sz="1800" dirty="0">
                <a:latin typeface="+mn-lt"/>
                <a:cs typeface="Times New Roman" pitchFamily="18" charset="0"/>
              </a:rPr>
              <a:t>			fix költség: 5,75 millió Ft/év</a:t>
            </a:r>
          </a:p>
          <a:p>
            <a:r>
              <a:rPr lang="hu-HU" sz="1800" dirty="0">
                <a:latin typeface="+mn-lt"/>
                <a:cs typeface="Times New Roman" pitchFamily="18" charset="0"/>
              </a:rPr>
              <a:t>- Pizzasütő beszerzési költsége: 24 millió Ft, várható élettartama: 5 év.</a:t>
            </a:r>
          </a:p>
          <a:p>
            <a:r>
              <a:rPr lang="hu-HU" sz="1800" dirty="0">
                <a:latin typeface="+mn-lt"/>
                <a:cs typeface="Times New Roman" pitchFamily="18" charset="0"/>
              </a:rPr>
              <a:t>  Az értékcsökkenését maradványérték nélkül, lineáris módszerrel számolják el. </a:t>
            </a:r>
          </a:p>
          <a:p>
            <a:pPr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 Társasági adó: 10%.</a:t>
            </a:r>
          </a:p>
          <a:p>
            <a:pPr lvl="0">
              <a:defRPr/>
            </a:pPr>
            <a:r>
              <a:rPr lang="hu-HU" sz="1800" b="1" dirty="0">
                <a:latin typeface="+mn-lt"/>
                <a:cs typeface="Times New Roman" pitchFamily="18" charset="0"/>
              </a:rPr>
              <a:t>a) Mennyi lesz a működési cash flow </a:t>
            </a:r>
            <a:r>
              <a:rPr lang="hu-HU" sz="1800" b="1" dirty="0" err="1">
                <a:latin typeface="+mn-lt"/>
                <a:cs typeface="Times New Roman" pitchFamily="18" charset="0"/>
              </a:rPr>
              <a:t>bottom-up</a:t>
            </a:r>
            <a:r>
              <a:rPr lang="hu-HU" sz="1800" b="1" dirty="0">
                <a:latin typeface="+mn-lt"/>
                <a:cs typeface="Times New Roman" pitchFamily="18" charset="0"/>
              </a:rPr>
              <a:t> megközelítéssel?</a:t>
            </a:r>
          </a:p>
          <a:p>
            <a:pPr lvl="0">
              <a:defRPr/>
            </a:pPr>
            <a:r>
              <a:rPr lang="hu-HU" sz="1800" b="1" dirty="0">
                <a:latin typeface="+mn-lt"/>
                <a:cs typeface="Times New Roman" pitchFamily="18" charset="0"/>
              </a:rPr>
              <a:t>b) Mennyi lesz a működési cash flow top-down megközelítéssel?</a:t>
            </a:r>
          </a:p>
          <a:p>
            <a:pPr lvl="0">
              <a:defRPr/>
            </a:pPr>
            <a:r>
              <a:rPr lang="hu-HU" sz="1800" b="1" dirty="0">
                <a:latin typeface="+mn-lt"/>
                <a:cs typeface="Times New Roman" pitchFamily="18" charset="0"/>
              </a:rPr>
              <a:t>c) Mennyi lesz a működési cash flow adópajzs megközelítéssel?</a:t>
            </a:r>
          </a:p>
          <a:p>
            <a:endParaRPr lang="hu-HU" sz="1800" dirty="0">
              <a:latin typeface="+mn-lt"/>
              <a:cs typeface="Times New Roman" pitchFamily="18" charset="0"/>
            </a:endParaRPr>
          </a:p>
        </p:txBody>
      </p:sp>
      <p:sp>
        <p:nvSpPr>
          <p:cNvPr id="2" name="Cím 1"/>
          <p:cNvSpPr>
            <a:spLocks noGrp="1"/>
          </p:cNvSpPr>
          <p:nvPr>
            <p:ph type="title" idx="4294967295"/>
          </p:nvPr>
        </p:nvSpPr>
        <p:spPr>
          <a:xfrm>
            <a:off x="375000" y="264873"/>
            <a:ext cx="8602086" cy="520700"/>
          </a:xfrm>
        </p:spPr>
        <p:txBody>
          <a:bodyPr/>
          <a:lstStyle/>
          <a:p>
            <a:r>
              <a:rPr lang="hu-HU" sz="2000" b="1" dirty="0">
                <a:latin typeface="+mj-lt"/>
              </a:rPr>
              <a:t>4. feladat: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egy pizzéria működési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101C5D3-AA53-CCAC-D203-1D4C6C8F2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274" y="3614058"/>
            <a:ext cx="2229812" cy="1431484"/>
          </a:xfrm>
          <a:prstGeom prst="rect">
            <a:avLst/>
          </a:prstGeo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18A6B9FF-C2E7-544B-704B-F0D2EF6C2A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400" b="1" dirty="0">
                <a:latin typeface="+mj-lt"/>
              </a:rPr>
              <a:t>4. feladat: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Számoljuk ki a működési cash flow-t!</a:t>
            </a:r>
            <a:endParaRPr lang="hu-H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17015282-6A70-AF15-F9E3-E1C52232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2F745C38-AFB0-12EC-F01A-E1BAA1EB5AAC}"/>
              </a:ext>
            </a:extLst>
          </p:cNvPr>
          <p:cNvSpPr txBox="1"/>
          <p:nvPr/>
        </p:nvSpPr>
        <p:spPr>
          <a:xfrm>
            <a:off x="221341" y="1228957"/>
            <a:ext cx="3657600" cy="271023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évi értékesítés: 10 000 db, 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eladási ár: 4 000 Ft/db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változó költség 2 500 Ft/db, 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fix költség: 5,75 millió Ft/év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Pizzasütő beszerzés költsége: 24 millió Ft, 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várható élettartama: 5 év.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társasági adó: 10%.</a:t>
            </a:r>
          </a:p>
          <a:p>
            <a:r>
              <a:rPr lang="hu-HU" sz="1600" b="1" dirty="0">
                <a:latin typeface="+mn-lt"/>
                <a:cs typeface="Times New Roman" pitchFamily="18" charset="0"/>
              </a:rPr>
              <a:t>Számoljuk ki az adózott eredményt!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6E7B7E-F552-0AB2-DA96-FDC098C416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257" y="255815"/>
            <a:ext cx="8461829" cy="520700"/>
          </a:xfrm>
        </p:spPr>
        <p:txBody>
          <a:bodyPr/>
          <a:lstStyle/>
          <a:p>
            <a:r>
              <a:rPr lang="hu-HU" sz="2000" b="1" dirty="0">
                <a:latin typeface="+mj-lt"/>
              </a:rPr>
              <a:t>4. feladat: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egy pizzéria működési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graphicFrame>
        <p:nvGraphicFramePr>
          <p:cNvPr id="3" name="Group 141">
            <a:extLst>
              <a:ext uri="{FF2B5EF4-FFF2-40B4-BE49-F238E27FC236}">
                <a16:creationId xmlns:a16="http://schemas.microsoft.com/office/drawing/2014/main" id="{061C326A-0671-E22F-8A3E-65FA86B3E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316370"/>
              </p:ext>
            </p:extLst>
          </p:nvPr>
        </p:nvGraphicFramePr>
        <p:xfrm>
          <a:off x="4136571" y="1291555"/>
          <a:ext cx="4923970" cy="2560390"/>
        </p:xfrm>
        <a:graphic>
          <a:graphicData uri="http://schemas.openxmlformats.org/drawingml/2006/table">
            <a:tbl>
              <a:tblPr/>
              <a:tblGrid>
                <a:gridCol w="3412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+  Árbevétel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Változó költség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Fix működési költség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Értékcsökkenés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EBIT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Társasági adó (10%)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767106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Adózott eredmény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50709"/>
                  </a:ext>
                </a:extLst>
              </a:tr>
            </a:tbl>
          </a:graphicData>
        </a:graphic>
      </p:graphicFrame>
      <p:sp>
        <p:nvSpPr>
          <p:cNvPr id="5" name="Cím 1">
            <a:extLst>
              <a:ext uri="{FF2B5EF4-FFF2-40B4-BE49-F238E27FC236}">
                <a16:creationId xmlns:a16="http://schemas.microsoft.com/office/drawing/2014/main" id="{293B94DD-4189-242B-1777-9FE939A0518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4.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Számoljuk ki a működési cash flow-t!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29FC728-1EBC-AD25-B201-EC3018A6839F}"/>
              </a:ext>
            </a:extLst>
          </p:cNvPr>
          <p:cNvSpPr txBox="1"/>
          <p:nvPr/>
        </p:nvSpPr>
        <p:spPr>
          <a:xfrm>
            <a:off x="119741" y="859625"/>
            <a:ext cx="8450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a) Mennyi lesz a működési cash flow (OCF) </a:t>
            </a:r>
            <a:r>
              <a:rPr kumimoji="0" lang="hu-HU" sz="1800" b="1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bottom-up</a:t>
            </a: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 megközelítéssel?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2BA7D48-A844-23CE-DC05-5829BC89D1CC}"/>
              </a:ext>
            </a:extLst>
          </p:cNvPr>
          <p:cNvSpPr txBox="1"/>
          <p:nvPr/>
        </p:nvSpPr>
        <p:spPr>
          <a:xfrm>
            <a:off x="326572" y="3955187"/>
            <a:ext cx="447765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C00000"/>
                </a:solidFill>
                <a:latin typeface="+mn-lt"/>
              </a:rPr>
              <a:t>OCF= adózott eredmény + értékcsökkenés</a:t>
            </a:r>
          </a:p>
        </p:txBody>
      </p:sp>
    </p:spTree>
    <p:extLst>
      <p:ext uri="{BB962C8B-B14F-4D97-AF65-F5344CB8AC3E}">
        <p14:creationId xmlns:p14="http://schemas.microsoft.com/office/powerpoint/2010/main" val="99004149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2B71A927-66B1-DED4-8911-3BD06FDC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A94F85F1-9958-E496-2804-101DB886C2E8}"/>
              </a:ext>
            </a:extLst>
          </p:cNvPr>
          <p:cNvSpPr txBox="1"/>
          <p:nvPr/>
        </p:nvSpPr>
        <p:spPr>
          <a:xfrm>
            <a:off x="221341" y="1228957"/>
            <a:ext cx="3657600" cy="271023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évi értékesítés: 10 000 db, 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eladási ár: 4 000 Ft/db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változó költség 2 500 Ft/db, 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fix költség: 5,75 millió Ft/év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Pizzasütő beszerzés költsége: 24 millió Ft, 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várható élettartama: 5 év.</a:t>
            </a:r>
          </a:p>
          <a:p>
            <a:pPr marL="285750" indent="-285750">
              <a:buFontTx/>
              <a:buChar char="-"/>
            </a:pPr>
            <a:r>
              <a:rPr lang="hu-HU" sz="1800" dirty="0">
                <a:latin typeface="+mn-lt"/>
                <a:cs typeface="Times New Roman" pitchFamily="18" charset="0"/>
              </a:rPr>
              <a:t>társasági adó: 10%.</a:t>
            </a:r>
          </a:p>
          <a:p>
            <a:r>
              <a:rPr lang="hu-HU" sz="1600" b="1" dirty="0">
                <a:latin typeface="+mn-lt"/>
                <a:cs typeface="Times New Roman" pitchFamily="18" charset="0"/>
              </a:rPr>
              <a:t>Számoljuk ki az adózott eredményt!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A46DB29-6BB5-4F17-3636-A3EE9E2B7B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257" y="255815"/>
            <a:ext cx="8461829" cy="520700"/>
          </a:xfrm>
        </p:spPr>
        <p:txBody>
          <a:bodyPr/>
          <a:lstStyle/>
          <a:p>
            <a:r>
              <a:rPr lang="hu-HU" sz="2000" b="1" dirty="0">
                <a:latin typeface="+mj-lt"/>
              </a:rPr>
              <a:t>4. feladat: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egy pizzéria működési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4B33AEC9-EB8B-5D24-DEEB-A6861AB09DB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4.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Számoljuk ki a működési cash flow-t!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BA63BF1-CFE0-1344-2C01-E6217AE0B4B8}"/>
              </a:ext>
            </a:extLst>
          </p:cNvPr>
          <p:cNvSpPr txBox="1"/>
          <p:nvPr/>
        </p:nvSpPr>
        <p:spPr>
          <a:xfrm>
            <a:off x="119741" y="859625"/>
            <a:ext cx="8450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a) Mennyi lesz a működési cash flow (OCF) </a:t>
            </a:r>
            <a:r>
              <a:rPr kumimoji="0" lang="hu-HU" sz="1800" b="1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bottom-up</a:t>
            </a: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 megközelítéssel?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0ABFFDC-AE49-F449-CDAB-16313A991829}"/>
              </a:ext>
            </a:extLst>
          </p:cNvPr>
          <p:cNvSpPr txBox="1"/>
          <p:nvPr/>
        </p:nvSpPr>
        <p:spPr>
          <a:xfrm>
            <a:off x="326572" y="3955187"/>
            <a:ext cx="447765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C00000"/>
                </a:solidFill>
                <a:latin typeface="+mn-lt"/>
              </a:rPr>
              <a:t>OCF= adózott eredmény + értékcsökkenés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E9FAEC1-7E6B-8AA1-CE89-5B9C3A2A8BF2}"/>
              </a:ext>
            </a:extLst>
          </p:cNvPr>
          <p:cNvSpPr txBox="1"/>
          <p:nvPr/>
        </p:nvSpPr>
        <p:spPr>
          <a:xfrm>
            <a:off x="4804229" y="3971182"/>
            <a:ext cx="387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0070C0"/>
                </a:solidFill>
                <a:latin typeface="+mn-lt"/>
              </a:rPr>
              <a:t>= 4.005.000 + 4.800.000= 8.805.000</a:t>
            </a:r>
          </a:p>
        </p:txBody>
      </p:sp>
      <p:graphicFrame>
        <p:nvGraphicFramePr>
          <p:cNvPr id="6" name="Group 141">
            <a:extLst>
              <a:ext uri="{FF2B5EF4-FFF2-40B4-BE49-F238E27FC236}">
                <a16:creationId xmlns:a16="http://schemas.microsoft.com/office/drawing/2014/main" id="{2C006C63-7F5E-30EB-C73D-06B41A7F7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612488"/>
              </p:ext>
            </p:extLst>
          </p:nvPr>
        </p:nvGraphicFramePr>
        <p:xfrm>
          <a:off x="3766458" y="1212962"/>
          <a:ext cx="5210628" cy="2560390"/>
        </p:xfrm>
        <a:graphic>
          <a:graphicData uri="http://schemas.openxmlformats.org/drawingml/2006/table">
            <a:tbl>
              <a:tblPr/>
              <a:tblGrid>
                <a:gridCol w="361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+  Árbevétel          = 10.000*4000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40.000.000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Változó költség  = 10.000*2500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25.000.000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Fix működési költség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5.750.000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Értékcsökkenés = 24millió/5 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4.800.000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EBIT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4.450.000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Társasági adó (10%)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   445.000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767106"/>
                  </a:ext>
                </a:extLst>
              </a:tr>
              <a:tr h="3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Adózott eredmény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4.005.000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50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31701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7A0C-3955-398D-0179-349948F2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E1DF25DB-F1FA-6EA3-0B83-D1DD8342A594}"/>
              </a:ext>
            </a:extLst>
          </p:cNvPr>
          <p:cNvSpPr txBox="1"/>
          <p:nvPr/>
        </p:nvSpPr>
        <p:spPr>
          <a:xfrm>
            <a:off x="311565" y="957739"/>
            <a:ext cx="867989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top-down megközelítés a működési cash flow (OCF) számításánál „</a:t>
            </a:r>
            <a:r>
              <a:rPr lang="hu-HU" sz="1800" b="1" i="1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felülről</a:t>
            </a:r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lefelé” halad: </a:t>
            </a:r>
          </a:p>
          <a:p>
            <a:r>
              <a:rPr lang="hu-HU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z </a:t>
            </a:r>
            <a:r>
              <a:rPr lang="hu-HU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árbevételből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 indul, levonja a készpénzes működési költségeket, levonja az adót, és közvetlenül megkapja a működési cash flow-t. </a:t>
            </a:r>
            <a:endParaRPr lang="ar-AE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sz="1800" b="1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fontos szó itt: 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készpénzes költségek</a:t>
            </a: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Ezért az értékcsökkenést nem vonjuk le külön cash kiadásként, mert az nem valódi pénzkiadás, csak számviteli költség.</a:t>
            </a: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Az amortizáció nem cash költség, de csökkenti az adót. </a:t>
            </a: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A top-down módszer ezt indirekten kezeli, nem vonja le cash költségként, viszont az adó számításánál figyelembe veszi.</a:t>
            </a: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A tényleges pénzmozgásokból indulunk, és az amortizáció csak az adó meghatározásához kell. </a:t>
            </a:r>
            <a:r>
              <a:rPr lang="hu-HU" sz="18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Ez inkább cash-flow szemlélet</a:t>
            </a:r>
          </a:p>
          <a:p>
            <a:endParaRPr lang="hu-HU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hu-HU" sz="1800" dirty="0"/>
          </a:p>
          <a:p>
            <a:endParaRPr lang="hu-HU" dirty="0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726799A0-665C-86BD-4969-42433127CA5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4000" b="1" dirty="0">
                <a:latin typeface="+mj-lt"/>
              </a:rPr>
              <a:t>Top-down módszer</a:t>
            </a:r>
            <a:endParaRPr lang="hu-H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72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AD65C5FB-ACFF-AD0B-94F1-7388A31D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9C331FD5-6E30-A4E5-E083-5157C9C9FDDA}"/>
              </a:ext>
            </a:extLst>
          </p:cNvPr>
          <p:cNvSpPr txBox="1"/>
          <p:nvPr/>
        </p:nvSpPr>
        <p:spPr>
          <a:xfrm>
            <a:off x="166914" y="1195582"/>
            <a:ext cx="3657600" cy="271023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85750" indent="-285750">
              <a:buFontTx/>
              <a:buChar char="-"/>
            </a:pPr>
            <a:r>
              <a:rPr lang="hu-HU" sz="1600" dirty="0">
                <a:latin typeface="+mn-lt"/>
                <a:cs typeface="Times New Roman" pitchFamily="18" charset="0"/>
              </a:rPr>
              <a:t>évi értékesítés: 10 000 db, </a:t>
            </a:r>
          </a:p>
          <a:p>
            <a:pPr marL="285750" indent="-285750">
              <a:buFontTx/>
              <a:buChar char="-"/>
            </a:pPr>
            <a:r>
              <a:rPr lang="hu-HU" sz="1600" dirty="0">
                <a:latin typeface="+mn-lt"/>
                <a:cs typeface="Times New Roman" pitchFamily="18" charset="0"/>
              </a:rPr>
              <a:t>eladási ár: 4 000 Ft/db</a:t>
            </a:r>
          </a:p>
          <a:p>
            <a:pPr marL="285750" indent="-285750">
              <a:buFontTx/>
              <a:buChar char="-"/>
            </a:pPr>
            <a:r>
              <a:rPr lang="hu-HU" sz="1600" dirty="0">
                <a:latin typeface="+mn-lt"/>
                <a:cs typeface="Times New Roman" pitchFamily="18" charset="0"/>
              </a:rPr>
              <a:t>változó költség 2 500 Ft/db, </a:t>
            </a:r>
          </a:p>
          <a:p>
            <a:pPr marL="285750" indent="-285750">
              <a:buFontTx/>
              <a:buChar char="-"/>
            </a:pPr>
            <a:r>
              <a:rPr lang="hu-HU" sz="1600" dirty="0">
                <a:latin typeface="+mn-lt"/>
                <a:cs typeface="Times New Roman" pitchFamily="18" charset="0"/>
              </a:rPr>
              <a:t>fix költség: 5,75 millió Ft/év</a:t>
            </a:r>
          </a:p>
          <a:p>
            <a:pPr marL="285750" indent="-285750">
              <a:buFontTx/>
              <a:buChar char="-"/>
            </a:pPr>
            <a:r>
              <a:rPr lang="hu-HU" sz="1600" dirty="0">
                <a:latin typeface="+mn-lt"/>
                <a:cs typeface="Times New Roman" pitchFamily="18" charset="0"/>
              </a:rPr>
              <a:t>Pizzasütő beszerzés költsége: 24 millió Ft, </a:t>
            </a:r>
          </a:p>
          <a:p>
            <a:pPr marL="285750" indent="-285750">
              <a:buFontTx/>
              <a:buChar char="-"/>
            </a:pPr>
            <a:r>
              <a:rPr lang="hu-HU" sz="1600" dirty="0">
                <a:latin typeface="+mn-lt"/>
                <a:cs typeface="Times New Roman" pitchFamily="18" charset="0"/>
              </a:rPr>
              <a:t>várható élettartama: 5 év.</a:t>
            </a:r>
          </a:p>
          <a:p>
            <a:pPr marL="285750" indent="-285750">
              <a:buFontTx/>
              <a:buChar char="-"/>
            </a:pPr>
            <a:r>
              <a:rPr lang="hu-HU" sz="1600" dirty="0">
                <a:latin typeface="+mn-lt"/>
                <a:cs typeface="Times New Roman" pitchFamily="18" charset="0"/>
              </a:rPr>
              <a:t>társasági adó: 10%.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1E93941-6D49-3F31-37A0-C4062FCC23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257" y="255815"/>
            <a:ext cx="8461829" cy="520700"/>
          </a:xfrm>
        </p:spPr>
        <p:txBody>
          <a:bodyPr/>
          <a:lstStyle/>
          <a:p>
            <a:r>
              <a:rPr lang="hu-HU" sz="2000" b="1" dirty="0">
                <a:latin typeface="+mj-lt"/>
              </a:rPr>
              <a:t>4. feladat: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egy pizzéria működési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82DE46C4-82CB-E6E1-DA24-82B81926A3D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4.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Számoljuk ki a működési cash flow-t!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2606206-051B-5875-6D52-C8DD251BD57E}"/>
              </a:ext>
            </a:extLst>
          </p:cNvPr>
          <p:cNvSpPr txBox="1"/>
          <p:nvPr/>
        </p:nvSpPr>
        <p:spPr>
          <a:xfrm>
            <a:off x="119741" y="859625"/>
            <a:ext cx="8450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b) Mennyi lesz a működési cash flow (OCF) </a:t>
            </a:r>
            <a:r>
              <a:rPr kumimoji="0" lang="hu-HU" sz="18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top-down</a:t>
            </a: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 megközelítéssel?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0422D22-FEBE-050D-2A07-DCE981A2664A}"/>
              </a:ext>
            </a:extLst>
          </p:cNvPr>
          <p:cNvSpPr txBox="1"/>
          <p:nvPr/>
        </p:nvSpPr>
        <p:spPr>
          <a:xfrm>
            <a:off x="2573448" y="3763252"/>
            <a:ext cx="373742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C00000"/>
                </a:solidFill>
                <a:latin typeface="+mn-lt"/>
              </a:rPr>
              <a:t>OCF= árbevétel – költségek - adók</a:t>
            </a:r>
          </a:p>
        </p:txBody>
      </p:sp>
      <p:graphicFrame>
        <p:nvGraphicFramePr>
          <p:cNvPr id="4" name="Group 141">
            <a:extLst>
              <a:ext uri="{FF2B5EF4-FFF2-40B4-BE49-F238E27FC236}">
                <a16:creationId xmlns:a16="http://schemas.microsoft.com/office/drawing/2014/main" id="{4A807D82-42F4-488C-D74A-E21A62C17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494613"/>
              </p:ext>
            </p:extLst>
          </p:nvPr>
        </p:nvGraphicFramePr>
        <p:xfrm>
          <a:off x="3766458" y="1231681"/>
          <a:ext cx="5210628" cy="2347030"/>
        </p:xfrm>
        <a:graphic>
          <a:graphicData uri="http://schemas.openxmlformats.org/drawingml/2006/table">
            <a:tbl>
              <a:tblPr/>
              <a:tblGrid>
                <a:gridCol w="361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3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+  Árbevétel          = 10.000 * 4000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40.000.000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Változó költség  = 10.000*2500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25.000.000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3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Fix működési költség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5.750.000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3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Értékcsökkenés = 24millió/5 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4.800.000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3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EBIT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4.450.000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3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Társasági adó (10%)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0" lang="hu-H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445.000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767106"/>
                  </a:ext>
                </a:extLst>
              </a:tr>
              <a:tr h="3223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Adózott eredmény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4.005.000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50709"/>
                  </a:ext>
                </a:extLst>
              </a:tr>
            </a:tbl>
          </a:graphicData>
        </a:graphic>
      </p:graphicFrame>
      <p:sp>
        <p:nvSpPr>
          <p:cNvPr id="6" name="Szövegdoboz 5">
            <a:extLst>
              <a:ext uri="{FF2B5EF4-FFF2-40B4-BE49-F238E27FC236}">
                <a16:creationId xmlns:a16="http://schemas.microsoft.com/office/drawing/2014/main" id="{25A57864-5A98-02FC-617F-FA09A840A8B4}"/>
              </a:ext>
            </a:extLst>
          </p:cNvPr>
          <p:cNvSpPr txBox="1"/>
          <p:nvPr/>
        </p:nvSpPr>
        <p:spPr>
          <a:xfrm>
            <a:off x="1192459" y="4627085"/>
            <a:ext cx="63055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OCF= </a:t>
            </a:r>
            <a:r>
              <a:rPr lang="hu-HU" sz="1800" b="1" dirty="0">
                <a:solidFill>
                  <a:srgbClr val="0070C0"/>
                </a:solidFill>
                <a:latin typeface="+mn-lt"/>
              </a:rPr>
              <a:t>40.000.000-25 000 000-5 750 000-445.000= 8.805.000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ADAEED4-75C1-3327-8298-492CC01A4F38}"/>
              </a:ext>
            </a:extLst>
          </p:cNvPr>
          <p:cNvSpPr txBox="1"/>
          <p:nvPr/>
        </p:nvSpPr>
        <p:spPr>
          <a:xfrm>
            <a:off x="3173896" y="4250144"/>
            <a:ext cx="267362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dirty="0"/>
              <a:t>ADÓ=EBIT*0,1=4 450 000*0,1</a:t>
            </a:r>
          </a:p>
        </p:txBody>
      </p:sp>
    </p:spTree>
    <p:extLst>
      <p:ext uri="{BB962C8B-B14F-4D97-AF65-F5344CB8AC3E}">
        <p14:creationId xmlns:p14="http://schemas.microsoft.com/office/powerpoint/2010/main" val="340309703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0F67-7D21-B525-6ACC-D0E2BCFA4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70ADF799-EFAF-F4FE-A4F4-2EA306E6510C}"/>
              </a:ext>
            </a:extLst>
          </p:cNvPr>
          <p:cNvSpPr txBox="1"/>
          <p:nvPr/>
        </p:nvSpPr>
        <p:spPr>
          <a:xfrm>
            <a:off x="232051" y="1046921"/>
            <a:ext cx="882581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Az adópajzs (</a:t>
            </a:r>
            <a:r>
              <a:rPr lang="hu-H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tax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shield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) megközelítés az OCF kiszámításának egy olyan módja, amely külön kiemeli az értékcsökkenés adócsökkentő hatását. </a:t>
            </a:r>
          </a:p>
          <a:p>
            <a:r>
              <a:rPr lang="hu-HU" sz="2000" b="1" i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kulcsötlet: 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Az amortizáció ugyan nem valódi pénzkiadás, de csökkenti az adóalapot, ezért adót takarít meg.</a:t>
            </a:r>
          </a:p>
          <a:p>
            <a:r>
              <a:rPr lang="hu-HU" sz="20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Ezt az adómegtakarítást nevezzük adópajzsnak.</a:t>
            </a:r>
          </a:p>
          <a:p>
            <a:r>
              <a:rPr lang="hu-HU" sz="2000" b="1" dirty="0">
                <a:latin typeface="Cambria" panose="02040503050406030204" pitchFamily="18" charset="0"/>
                <a:ea typeface="Cambria" panose="02040503050406030204" pitchFamily="18" charset="0"/>
              </a:rPr>
              <a:t>Mikor hasznos az adópajzs módszer?</a:t>
            </a:r>
          </a:p>
          <a:p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Különösen: projektértékelésnél, beruházási döntéseknél, DCF modellekben, </a:t>
            </a:r>
          </a:p>
          <a:p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LBO(</a:t>
            </a:r>
            <a:r>
              <a:rPr lang="hu-H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Leveraged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Buyout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) modellekben, CAPEX(Capital </a:t>
            </a:r>
            <a:r>
              <a:rPr lang="hu-H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Expenditure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) elemzésnél. </a:t>
            </a:r>
          </a:p>
          <a:p>
            <a:r>
              <a:rPr lang="hu-HU" sz="20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Mert nagyon jól látszik belőle:</a:t>
            </a:r>
          </a:p>
          <a:p>
            <a:r>
              <a:rPr lang="hu-HU" sz="20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az amortizáció önmagában azért értékes, mert adót takarít meg</a:t>
            </a:r>
          </a:p>
          <a:p>
            <a:endParaRPr lang="hu-HU" sz="1800" dirty="0"/>
          </a:p>
          <a:p>
            <a:endParaRPr lang="hu-HU" sz="1800" dirty="0"/>
          </a:p>
          <a:p>
            <a:endParaRPr lang="hu-HU" dirty="0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91159D69-8E35-7F0C-BB4A-A83E1395CFF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4000" b="1" dirty="0">
                <a:latin typeface="+mj-lt"/>
              </a:rPr>
              <a:t>Adópajzs módszer</a:t>
            </a:r>
            <a:endParaRPr lang="hu-HU" sz="4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Szabadkéz 1">
                <a:extLst>
                  <a:ext uri="{FF2B5EF4-FFF2-40B4-BE49-F238E27FC236}">
                    <a16:creationId xmlns:a16="http://schemas.microsoft.com/office/drawing/2014/main" id="{1EADE58F-4C7F-92DA-EA22-595331396C7C}"/>
                  </a:ext>
                </a:extLst>
              </p14:cNvPr>
              <p14:cNvContentPartPr/>
              <p14:nvPr/>
            </p14:nvContentPartPr>
            <p14:xfrm>
              <a:off x="1926360" y="4170600"/>
              <a:ext cx="6352200" cy="731880"/>
            </p14:xfrm>
          </p:contentPart>
        </mc:Choice>
        <mc:Fallback>
          <p:pic>
            <p:nvPicPr>
              <p:cNvPr id="2" name="Szabadkéz 1">
                <a:extLst>
                  <a:ext uri="{FF2B5EF4-FFF2-40B4-BE49-F238E27FC236}">
                    <a16:creationId xmlns:a16="http://schemas.microsoft.com/office/drawing/2014/main" id="{1EADE58F-4C7F-92DA-EA22-595331396C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7000" y="4161240"/>
                <a:ext cx="6370920" cy="75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27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1A2F24D-ABDF-C8A1-D08E-D5858269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2105FC9D-BB7A-4F11-D27A-FF7128E5F031}"/>
              </a:ext>
            </a:extLst>
          </p:cNvPr>
          <p:cNvSpPr txBox="1"/>
          <p:nvPr/>
        </p:nvSpPr>
        <p:spPr>
          <a:xfrm>
            <a:off x="114300" y="1199076"/>
            <a:ext cx="3657600" cy="161600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85750" indent="-285750">
              <a:buFontTx/>
              <a:buChar char="-"/>
            </a:pPr>
            <a:r>
              <a:rPr lang="hu-HU" dirty="0">
                <a:latin typeface="+mn-lt"/>
                <a:cs typeface="Times New Roman" pitchFamily="18" charset="0"/>
              </a:rPr>
              <a:t>évi értékesítés: 10 000 db, </a:t>
            </a:r>
          </a:p>
          <a:p>
            <a:pPr marL="285750" indent="-285750">
              <a:buFontTx/>
              <a:buChar char="-"/>
            </a:pPr>
            <a:r>
              <a:rPr lang="hu-HU" dirty="0">
                <a:latin typeface="+mn-lt"/>
                <a:cs typeface="Times New Roman" pitchFamily="18" charset="0"/>
              </a:rPr>
              <a:t>eladási ár: 4 000 Ft/db</a:t>
            </a:r>
          </a:p>
          <a:p>
            <a:pPr marL="285750" indent="-285750">
              <a:buFontTx/>
              <a:buChar char="-"/>
            </a:pPr>
            <a:r>
              <a:rPr lang="hu-HU" dirty="0">
                <a:latin typeface="+mn-lt"/>
                <a:cs typeface="Times New Roman" pitchFamily="18" charset="0"/>
              </a:rPr>
              <a:t>változó költség 2 500 Ft/db, </a:t>
            </a:r>
          </a:p>
          <a:p>
            <a:pPr marL="285750" indent="-285750">
              <a:buFontTx/>
              <a:buChar char="-"/>
            </a:pPr>
            <a:r>
              <a:rPr lang="hu-HU" dirty="0">
                <a:latin typeface="+mn-lt"/>
                <a:cs typeface="Times New Roman" pitchFamily="18" charset="0"/>
              </a:rPr>
              <a:t>fix költség: 5,75 millió Ft/év</a:t>
            </a:r>
          </a:p>
          <a:p>
            <a:pPr marL="285750" indent="-285750">
              <a:buFontTx/>
              <a:buChar char="-"/>
            </a:pPr>
            <a:r>
              <a:rPr lang="hu-HU" dirty="0">
                <a:latin typeface="+mn-lt"/>
                <a:cs typeface="Times New Roman" pitchFamily="18" charset="0"/>
              </a:rPr>
              <a:t>Pizzasütő beszerzés költsége: 24 millió Ft, </a:t>
            </a:r>
          </a:p>
          <a:p>
            <a:pPr marL="285750" indent="-285750">
              <a:buFontTx/>
              <a:buChar char="-"/>
            </a:pPr>
            <a:r>
              <a:rPr lang="hu-HU" dirty="0">
                <a:latin typeface="+mn-lt"/>
                <a:cs typeface="Times New Roman" pitchFamily="18" charset="0"/>
              </a:rPr>
              <a:t>várható élettartama: 5 év.</a:t>
            </a:r>
          </a:p>
          <a:p>
            <a:pPr marL="285750" indent="-285750">
              <a:buFontTx/>
              <a:buChar char="-"/>
            </a:pPr>
            <a:r>
              <a:rPr lang="hu-HU" dirty="0">
                <a:latin typeface="+mn-lt"/>
                <a:cs typeface="Times New Roman" pitchFamily="18" charset="0"/>
              </a:rPr>
              <a:t>társasági adó: 10%.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3CE1B6B-4721-4225-5117-5C51328CFD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257" y="255815"/>
            <a:ext cx="8461829" cy="520700"/>
          </a:xfrm>
        </p:spPr>
        <p:txBody>
          <a:bodyPr/>
          <a:lstStyle/>
          <a:p>
            <a:r>
              <a:rPr lang="hu-HU" sz="2000" b="1" dirty="0">
                <a:latin typeface="+mj-lt"/>
              </a:rPr>
              <a:t>4. feladat: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egy pizzéria működési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E7ED5A51-4983-5494-1F5E-9545689209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4.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Számoljuk ki a működési cash flow-t!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818ABA8C-1AC6-346A-6A23-9F18EE2BE877}"/>
              </a:ext>
            </a:extLst>
          </p:cNvPr>
          <p:cNvSpPr txBox="1"/>
          <p:nvPr/>
        </p:nvSpPr>
        <p:spPr>
          <a:xfrm>
            <a:off x="119741" y="859625"/>
            <a:ext cx="8450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b) Mennyi lesz a működési cash flow (OCF) </a:t>
            </a:r>
            <a:r>
              <a:rPr kumimoji="0" lang="hu-HU" sz="18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adópajzs</a:t>
            </a: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Times New Roman" pitchFamily="18" charset="0"/>
                <a:sym typeface="Arial"/>
                <a:rtl val="0"/>
              </a:rPr>
              <a:t> megközelítéssel?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4BD8FFA0-A74D-CA21-3AD1-217061A5E2D3}"/>
              </a:ext>
            </a:extLst>
          </p:cNvPr>
          <p:cNvSpPr txBox="1"/>
          <p:nvPr/>
        </p:nvSpPr>
        <p:spPr>
          <a:xfrm>
            <a:off x="515257" y="3542487"/>
            <a:ext cx="6415314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C00000"/>
                </a:solidFill>
                <a:latin typeface="+mn-lt"/>
              </a:rPr>
              <a:t>OCF</a:t>
            </a:r>
            <a:r>
              <a:rPr lang="hu-HU" sz="1800" b="1" spc="-35" dirty="0">
                <a:latin typeface="+mn-lt"/>
              </a:rPr>
              <a:t> </a:t>
            </a:r>
            <a:r>
              <a:rPr lang="hu-HU" sz="1800" b="1" dirty="0">
                <a:solidFill>
                  <a:srgbClr val="C00000"/>
                </a:solidFill>
                <a:latin typeface="+mn-lt"/>
              </a:rPr>
              <a:t>=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spc="-25" dirty="0">
                <a:solidFill>
                  <a:srgbClr val="C00000"/>
                </a:solidFill>
                <a:latin typeface="+mn-lt"/>
              </a:rPr>
              <a:t>(árbevétel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−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spc="-20" dirty="0">
                <a:solidFill>
                  <a:srgbClr val="C00000"/>
                </a:solidFill>
                <a:latin typeface="+mn-lt"/>
              </a:rPr>
              <a:t>költségek)</a:t>
            </a:r>
            <a:r>
              <a:rPr lang="hu-HU" sz="1800" spc="-35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×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spc="-20" dirty="0">
                <a:solidFill>
                  <a:srgbClr val="C00000"/>
                </a:solidFill>
                <a:latin typeface="+mn-lt"/>
              </a:rPr>
              <a:t>(1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−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i="1" dirty="0">
                <a:solidFill>
                  <a:srgbClr val="C00000"/>
                </a:solidFill>
                <a:latin typeface="+mn-lt"/>
              </a:rPr>
              <a:t>T</a:t>
            </a:r>
            <a:r>
              <a:rPr lang="hu-HU" sz="1800" i="1" baseline="-31746" dirty="0">
                <a:solidFill>
                  <a:srgbClr val="C00000"/>
                </a:solidFill>
                <a:latin typeface="+mn-lt"/>
              </a:rPr>
              <a:t>C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)</a:t>
            </a:r>
            <a:r>
              <a:rPr lang="hu-HU" sz="1800" spc="-35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+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spc="-10" dirty="0">
                <a:solidFill>
                  <a:srgbClr val="C00000"/>
                </a:solidFill>
                <a:latin typeface="+mn-lt"/>
              </a:rPr>
              <a:t>értékcsökkenés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×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i="1" spc="-25" dirty="0">
                <a:solidFill>
                  <a:srgbClr val="C00000"/>
                </a:solidFill>
                <a:latin typeface="+mn-lt"/>
              </a:rPr>
              <a:t>T</a:t>
            </a:r>
            <a:r>
              <a:rPr lang="hu-HU" sz="1800" i="1" spc="-37" baseline="-31746" dirty="0">
                <a:solidFill>
                  <a:srgbClr val="C00000"/>
                </a:solidFill>
                <a:latin typeface="+mn-lt"/>
              </a:rPr>
              <a:t>C </a:t>
            </a:r>
          </a:p>
        </p:txBody>
      </p:sp>
      <p:graphicFrame>
        <p:nvGraphicFramePr>
          <p:cNvPr id="4" name="Group 141">
            <a:extLst>
              <a:ext uri="{FF2B5EF4-FFF2-40B4-BE49-F238E27FC236}">
                <a16:creationId xmlns:a16="http://schemas.microsoft.com/office/drawing/2014/main" id="{CF33A56F-3D9A-64AE-9DD5-8182C8D5F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66447"/>
              </p:ext>
            </p:extLst>
          </p:nvPr>
        </p:nvGraphicFramePr>
        <p:xfrm>
          <a:off x="3766458" y="1231681"/>
          <a:ext cx="5210628" cy="2133670"/>
        </p:xfrm>
        <a:graphic>
          <a:graphicData uri="http://schemas.openxmlformats.org/drawingml/2006/table">
            <a:tbl>
              <a:tblPr/>
              <a:tblGrid>
                <a:gridCol w="361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+  Árbevétel          = 10.000 * 4000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40.000.000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Változó költség  = 10.000*2500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25.000.000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Fix működési költség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hu-H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5.750.000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Értékcsökkenés = </a:t>
                      </a:r>
                      <a:r>
                        <a:rPr kumimoji="0" lang="hu-H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24millió/5 </a:t>
                      </a: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hu-HU" sz="1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4.800.000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EBIT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4.450.000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  Társasági adó (10%)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 445.000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767106"/>
                  </a:ext>
                </a:extLst>
              </a:tr>
              <a:tr h="29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Adózott eredmény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4.005.000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50709"/>
                  </a:ext>
                </a:extLst>
              </a:tr>
            </a:tbl>
          </a:graphicData>
        </a:graphic>
      </p:graphicFrame>
      <p:sp>
        <p:nvSpPr>
          <p:cNvPr id="6" name="Szövegdoboz 5">
            <a:extLst>
              <a:ext uri="{FF2B5EF4-FFF2-40B4-BE49-F238E27FC236}">
                <a16:creationId xmlns:a16="http://schemas.microsoft.com/office/drawing/2014/main" id="{8A5F89CC-4856-436B-0E2F-0732A0836070}"/>
              </a:ext>
            </a:extLst>
          </p:cNvPr>
          <p:cNvSpPr txBox="1"/>
          <p:nvPr/>
        </p:nvSpPr>
        <p:spPr>
          <a:xfrm>
            <a:off x="515257" y="4006283"/>
            <a:ext cx="699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0070C0"/>
                </a:solidFill>
                <a:latin typeface="+mn-lt"/>
              </a:rPr>
              <a:t>OCF= (40.000.000 -30.750.000) </a:t>
            </a:r>
            <a:r>
              <a:rPr lang="hu-HU" sz="1800" dirty="0">
                <a:solidFill>
                  <a:srgbClr val="0070C0"/>
                </a:solidFill>
                <a:latin typeface="+mn-lt"/>
              </a:rPr>
              <a:t>×</a:t>
            </a:r>
            <a:r>
              <a:rPr lang="hu-HU" sz="1800" b="1" dirty="0">
                <a:solidFill>
                  <a:srgbClr val="0070C0"/>
                </a:solidFill>
                <a:latin typeface="+mn-lt"/>
              </a:rPr>
              <a:t> (1-0,1)+ </a:t>
            </a:r>
            <a:r>
              <a:rPr lang="hu-HU" sz="1800" b="1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4.800.000 </a:t>
            </a:r>
            <a:r>
              <a:rPr lang="hu-HU" sz="1800" dirty="0">
                <a:solidFill>
                  <a:srgbClr val="0070C0"/>
                </a:solidFill>
                <a:latin typeface="+mn-lt"/>
              </a:rPr>
              <a:t>×</a:t>
            </a:r>
            <a:r>
              <a:rPr lang="hu-HU" sz="1800" b="1" dirty="0">
                <a:solidFill>
                  <a:srgbClr val="0070C0"/>
                </a:solidFill>
                <a:latin typeface="+mn-lt"/>
              </a:rPr>
              <a:t> 0,1= 8.805.000</a:t>
            </a:r>
          </a:p>
        </p:txBody>
      </p:sp>
    </p:spTree>
    <p:extLst>
      <p:ext uri="{BB962C8B-B14F-4D97-AF65-F5344CB8AC3E}">
        <p14:creationId xmlns:p14="http://schemas.microsoft.com/office/powerpoint/2010/main" val="258985355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D08D9B1F-69E4-7B9C-59DD-0A757EE0A364}"/>
                  </a:ext>
                </a:extLst>
              </p:cNvPr>
              <p:cNvSpPr txBox="1"/>
              <p:nvPr/>
            </p:nvSpPr>
            <p:spPr>
              <a:xfrm>
                <a:off x="288235" y="418598"/>
                <a:ext cx="8567530" cy="4056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hu-HU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Működési eredmény </a:t>
                </a:r>
                <a:r>
                  <a:rPr lang="hu-HU" sz="2000" b="1" i="1" u="sng" dirty="0">
                    <a:solidFill>
                      <a:schemeClr val="accent5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amortizáció nélkül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000 000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𝟕𝟓𝟎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hu-HU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 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0 000</m:t>
                      </m:r>
                    </m:oMath>
                  </m:oMathPara>
                </a14:m>
                <a:endParaRPr lang="hu-HU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None/>
                </a:pPr>
                <a:endParaRPr lang="hu-HU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None/>
                </a:pPr>
                <a:r>
                  <a:rPr lang="hu-HU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Adózott működési profit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325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hu-HU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None/>
                </a:pPr>
                <a:endParaRPr lang="ar-AE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None/>
                </a:pPr>
                <a:r>
                  <a:rPr lang="ar-AE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r>
                  <a:rPr lang="hu-HU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Adópajzs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hu-HU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  <m:r>
                            <m:rPr>
                              <m:sty m:val="p"/>
                            </m:rPr>
                            <a:rPr lang="hu-HU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hu-HU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hu-HU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hu-HU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800</m:t>
                      </m:r>
                      <m:r>
                        <a:rPr lang="hu-HU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hu-HU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480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hu-HU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None/>
                </a:pPr>
                <a:r>
                  <a:rPr lang="hu-HU" sz="2000" b="1" i="1" u="sng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Ez az adómegtakarítás.</a:t>
                </a:r>
              </a:p>
              <a:p>
                <a:pPr>
                  <a:buNone/>
                </a:pPr>
                <a:endParaRPr lang="hu-HU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None/>
                </a:pPr>
                <a:r>
                  <a:rPr lang="hu-HU" sz="2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OCF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>
                          <a:latin typeface="Cambria Math" panose="02040503050406030204" pitchFamily="18" charset="0"/>
                        </a:rPr>
                        <m:t>325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480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i="0">
                          <a:latin typeface="Cambria Math" panose="02040503050406030204" pitchFamily="18" charset="0"/>
                        </a:rPr>
                        <m:t>805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hu-H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hu-HU" sz="2000" b="0" i="0" smtClean="0">
                          <a:latin typeface="Cambria Math" panose="02040503050406030204" pitchFamily="18" charset="0"/>
                        </a:rPr>
                        <m:t>Ft</m:t>
                      </m:r>
                    </m:oMath>
                  </m:oMathPara>
                </a14:m>
                <a:endParaRPr lang="hu-HU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D08D9B1F-69E4-7B9C-59DD-0A757EE0A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35" y="418598"/>
                <a:ext cx="8567530" cy="4056047"/>
              </a:xfrm>
              <a:prstGeom prst="rect">
                <a:avLst/>
              </a:prstGeom>
              <a:blipFill>
                <a:blip r:embed="rId2"/>
                <a:stretch>
                  <a:fillRect l="-782" t="-90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1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átum helye 3">
            <a:extLst>
              <a:ext uri="{FF2B5EF4-FFF2-40B4-BE49-F238E27FC236}">
                <a16:creationId xmlns:a16="http://schemas.microsoft.com/office/drawing/2014/main" id="{0BF36C72-D6C6-414F-8B30-0735DD0E8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7399579F-6F69-481E-8F83-EA0885F59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4365744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>
            <a:no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Egy vállalkozás egy 3 éves projektet indít, amelyhez 6 000 000 Ft-ért vásárol 1 db gépet, amelyet 3 év alatt lineárisan 0-ra leír.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 projekthez beszerzi a szükséges induló készletállományt 500 000 Ft értékben.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Terv szerint a működésből származó árbevétel az első évben 5 000 000 Ft, ami a rákövetkező 2 évben 20-20%-kal nő.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Fix költség 800 000 Ft mindhárom évben. A változó költség az első évben 1 000 000 Ft, ami évente 10%-kal nő. A társasági adó 10%.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Határozza meg 15%-os hozamelvárás mellett a projekt nettó jelenértékét és jövedelmezőségi indexét.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Megéri-e megvalósítani adott feltételek mellett a beruházást?</a:t>
            </a:r>
          </a:p>
        </p:txBody>
      </p:sp>
    </p:spTree>
    <p:extLst>
      <p:ext uri="{BB962C8B-B14F-4D97-AF65-F5344CB8AC3E}">
        <p14:creationId xmlns:p14="http://schemas.microsoft.com/office/powerpoint/2010/main" val="27610992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A100034-356A-4CD3-9BCD-7808F80881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hu"/>
            </a:defPPr>
            <a:lvl1pPr marL="0" algn="r" defTabSz="914400" rtl="0" eaLnBrk="1" latinLnBrk="0" hangingPunct="1">
              <a:defRPr sz="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99DBA4BE-2F5E-4084-A7CE-4E56814F3F42}" type="datetime1">
              <a:rPr lang="hu-HU" smtClean="0"/>
              <a:pPr/>
              <a:t>2026. 05. 07.</a:t>
            </a:fld>
            <a:endParaRPr lang="en-US" dirty="0"/>
          </a:p>
        </p:txBody>
      </p:sp>
      <p:graphicFrame>
        <p:nvGraphicFramePr>
          <p:cNvPr id="3" name="Táblázat 3">
            <a:extLst>
              <a:ext uri="{FF2B5EF4-FFF2-40B4-BE49-F238E27FC236}">
                <a16:creationId xmlns:a16="http://schemas.microsoft.com/office/drawing/2014/main" id="{BF2DA0B0-AFEE-453C-9B54-92840C383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909187"/>
              </p:ext>
            </p:extLst>
          </p:nvPr>
        </p:nvGraphicFramePr>
        <p:xfrm>
          <a:off x="-25004" y="1804304"/>
          <a:ext cx="9086504" cy="304291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71626">
                  <a:extLst>
                    <a:ext uri="{9D8B030D-6E8A-4147-A177-3AD203B41FA5}">
                      <a16:colId xmlns:a16="http://schemas.microsoft.com/office/drawing/2014/main" val="2994641545"/>
                    </a:ext>
                  </a:extLst>
                </a:gridCol>
                <a:gridCol w="2271626">
                  <a:extLst>
                    <a:ext uri="{9D8B030D-6E8A-4147-A177-3AD203B41FA5}">
                      <a16:colId xmlns:a16="http://schemas.microsoft.com/office/drawing/2014/main" val="1640429710"/>
                    </a:ext>
                  </a:extLst>
                </a:gridCol>
                <a:gridCol w="2271626">
                  <a:extLst>
                    <a:ext uri="{9D8B030D-6E8A-4147-A177-3AD203B41FA5}">
                      <a16:colId xmlns:a16="http://schemas.microsoft.com/office/drawing/2014/main" val="3343105444"/>
                    </a:ext>
                  </a:extLst>
                </a:gridCol>
                <a:gridCol w="2271626">
                  <a:extLst>
                    <a:ext uri="{9D8B030D-6E8A-4147-A177-3AD203B41FA5}">
                      <a16:colId xmlns:a16="http://schemas.microsoft.com/office/drawing/2014/main" val="1295635382"/>
                    </a:ext>
                  </a:extLst>
                </a:gridCol>
              </a:tblGrid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Bevétel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699939"/>
                  </a:ext>
                </a:extLst>
              </a:tr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Fix költség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81004731"/>
                  </a:ext>
                </a:extLst>
              </a:tr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Változó költség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96042812"/>
                  </a:ext>
                </a:extLst>
              </a:tr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Amortizáció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92185423"/>
                  </a:ext>
                </a:extLst>
              </a:tr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Adózás előtti eredmény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88075352"/>
                  </a:ext>
                </a:extLst>
              </a:tr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Adó (10%)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78266743"/>
                  </a:ext>
                </a:extLst>
              </a:tr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Adózás utáni eredmény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78346606"/>
                  </a:ext>
                </a:extLst>
              </a:tr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+ ÉCS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3707946"/>
                  </a:ext>
                </a:extLst>
              </a:tr>
              <a:tr h="338102">
                <a:tc>
                  <a:txBody>
                    <a:bodyPr/>
                    <a:lstStyle/>
                    <a:p>
                      <a:r>
                        <a:rPr lang="hu-HU" sz="1100" dirty="0"/>
                        <a:t>MCF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hu-HU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71659656"/>
                  </a:ext>
                </a:extLst>
              </a:tr>
            </a:tbl>
          </a:graphicData>
        </a:graphic>
      </p:graphicFrame>
      <p:sp>
        <p:nvSpPr>
          <p:cNvPr id="5" name="Téglalap 4">
            <a:extLst>
              <a:ext uri="{FF2B5EF4-FFF2-40B4-BE49-F238E27FC236}">
                <a16:creationId xmlns:a16="http://schemas.microsoft.com/office/drawing/2014/main" id="{03CA206F-1077-401C-B0C2-887C9EAB3623}"/>
              </a:ext>
            </a:extLst>
          </p:cNvPr>
          <p:cNvSpPr/>
          <p:nvPr/>
        </p:nvSpPr>
        <p:spPr>
          <a:xfrm>
            <a:off x="0" y="59596"/>
            <a:ext cx="9143999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Egy vállalkozás egy 3 éves projektet indít, amelyhez 6 000 000 Ft-ért vásárol 1 db gépet, amelyet 3 év alatt lineárisan 0-ra leír.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 projekthez beszerzi a szükséges induló készletállományt 500 000 Ft értékben.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Terv szerint a működésből származó árbevétel az első évben 5 000 000 Ft, ami a rákövetkező 2 évben 20-20%-kal nő.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Fix költség 800 000 Ft mindhárom évben. A változó költség az első évben 1 000 000 Ft, ami évente 10%-kal nő. A társasági adó 10%.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Határozza meg 15%-os hozamelvárás mellett a projekt nettó jelenértékét és jövedelmezőségi indexét.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Szabadkéz 3">
                <a:extLst>
                  <a:ext uri="{FF2B5EF4-FFF2-40B4-BE49-F238E27FC236}">
                    <a16:creationId xmlns:a16="http://schemas.microsoft.com/office/drawing/2014/main" id="{6859785C-CC1B-34E3-C3AD-AF0BF1A6C930}"/>
                  </a:ext>
                </a:extLst>
              </p14:cNvPr>
              <p14:cNvContentPartPr/>
              <p14:nvPr/>
            </p14:nvContentPartPr>
            <p14:xfrm>
              <a:off x="927360" y="408240"/>
              <a:ext cx="7909200" cy="4330080"/>
            </p14:xfrm>
          </p:contentPart>
        </mc:Choice>
        <mc:Fallback>
          <p:pic>
            <p:nvPicPr>
              <p:cNvPr id="4" name="Szabadkéz 3">
                <a:extLst>
                  <a:ext uri="{FF2B5EF4-FFF2-40B4-BE49-F238E27FC236}">
                    <a16:creationId xmlns:a16="http://schemas.microsoft.com/office/drawing/2014/main" id="{6859785C-CC1B-34E3-C3AD-AF0BF1A6C9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8000" y="398880"/>
                <a:ext cx="7927920" cy="434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5154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297CC8-5174-473D-ACFD-22CD525F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Megoldás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D98F6F-57B0-43D3-A189-64B967D5F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52563"/>
            <a:ext cx="9143999" cy="3656409"/>
          </a:xfrm>
        </p:spPr>
        <p:txBody>
          <a:bodyPr>
            <a:norm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MCF(1)=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MCF(2)=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MCF(3)=</a:t>
            </a:r>
          </a:p>
          <a:p>
            <a:endParaRPr lang="hu-H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NPV(15%)=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851F4BA-45F7-4993-9A9F-42DD2B7F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Szabadkéz 4">
                <a:extLst>
                  <a:ext uri="{FF2B5EF4-FFF2-40B4-BE49-F238E27FC236}">
                    <a16:creationId xmlns:a16="http://schemas.microsoft.com/office/drawing/2014/main" id="{87698AA4-95D0-F316-5AC0-64C4A8C00172}"/>
                  </a:ext>
                </a:extLst>
              </p14:cNvPr>
              <p14:cNvContentPartPr/>
              <p14:nvPr/>
            </p14:nvContentPartPr>
            <p14:xfrm>
              <a:off x="1306080" y="623520"/>
              <a:ext cx="7117200" cy="3158640"/>
            </p14:xfrm>
          </p:contentPart>
        </mc:Choice>
        <mc:Fallback>
          <p:pic>
            <p:nvPicPr>
              <p:cNvPr id="5" name="Szabadkéz 4">
                <a:extLst>
                  <a:ext uri="{FF2B5EF4-FFF2-40B4-BE49-F238E27FC236}">
                    <a16:creationId xmlns:a16="http://schemas.microsoft.com/office/drawing/2014/main" id="{87698AA4-95D0-F316-5AC0-64C4A8C001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6720" y="614160"/>
                <a:ext cx="7135920" cy="317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5138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1">
            <a:extLst>
              <a:ext uri="{FF2B5EF4-FFF2-40B4-BE49-F238E27FC236}">
                <a16:creationId xmlns:a16="http://schemas.microsoft.com/office/drawing/2014/main" id="{80655E09-680C-38DE-1930-1C53B6C25FE6}"/>
              </a:ext>
            </a:extLst>
          </p:cNvPr>
          <p:cNvSpPr txBox="1">
            <a:spLocks/>
          </p:cNvSpPr>
          <p:nvPr/>
        </p:nvSpPr>
        <p:spPr>
          <a:xfrm>
            <a:off x="515257" y="290683"/>
            <a:ext cx="8461829" cy="520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000" b="1" dirty="0">
                <a:latin typeface="+mj-lt"/>
              </a:rPr>
              <a:t>5. feladat: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a </a:t>
            </a:r>
            <a:r>
              <a:rPr lang="hu-HU" sz="2000" b="1" dirty="0" err="1">
                <a:latin typeface="+mj-lt"/>
                <a:cs typeface="Times New Roman" pitchFamily="18" charset="0"/>
              </a:rPr>
              <a:t>Solár</a:t>
            </a:r>
            <a:r>
              <a:rPr lang="hu-HU" sz="2000" b="1" dirty="0">
                <a:latin typeface="+mj-lt"/>
                <a:cs typeface="Times New Roman" pitchFamily="18" charset="0"/>
              </a:rPr>
              <a:t> Kft új termékének működési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FFEE317-8ABD-CD11-0056-9C8E34EB91C1}"/>
              </a:ext>
            </a:extLst>
          </p:cNvPr>
          <p:cNvSpPr txBox="1"/>
          <p:nvPr/>
        </p:nvSpPr>
        <p:spPr>
          <a:xfrm>
            <a:off x="449942" y="811383"/>
            <a:ext cx="6799944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hu-HU" sz="1800" dirty="0">
                <a:latin typeface="+mn-lt"/>
              </a:rPr>
              <a:t>A </a:t>
            </a:r>
            <a:r>
              <a:rPr lang="hu-HU" sz="1800" dirty="0" err="1">
                <a:latin typeface="+mn-lt"/>
              </a:rPr>
              <a:t>Solár</a:t>
            </a:r>
            <a:r>
              <a:rPr lang="hu-HU" sz="1800" dirty="0">
                <a:latin typeface="+mn-lt"/>
              </a:rPr>
              <a:t> Kft egy új napelem terméket tervez bevezetni, amellyel becslések szerint 95 millió többlet bevételt ér el a következő évben, majd utána minden évben 10%-</a:t>
            </a:r>
            <a:r>
              <a:rPr lang="hu-HU" sz="1800" dirty="0" err="1">
                <a:latin typeface="+mn-lt"/>
              </a:rPr>
              <a:t>al</a:t>
            </a:r>
            <a:r>
              <a:rPr lang="hu-HU" sz="1800" dirty="0">
                <a:latin typeface="+mn-lt"/>
              </a:rPr>
              <a:t> többet. A gyártósor beszerzési költsége 185 millió Ft. Ez a következő 5 évben lineáris módon leírható. A gyártás változó költsége az árbevétel 30 százaléka, és még évi 15 millió fix költséggel kell számolni. Ezen kívül a gyártás indításához készletbeszerzés szükséges. Emiatt a 0. évben  felmerül 10 millió nettó forgótőke igény, ami majd a következő 5 évben az árbevétel 10%-t teszi ki a becslések szerint. Az 5. év végén a megmaradt készletet értékesítik. Az adókulcs 10%.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085CADF7-F3ED-E060-2858-426708786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426" y="1269448"/>
            <a:ext cx="1803660" cy="2025296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94423A8-0A04-4993-20A2-7CE8ED96A2E8}"/>
              </a:ext>
            </a:extLst>
          </p:cNvPr>
          <p:cNvSpPr txBox="1"/>
          <p:nvPr/>
        </p:nvSpPr>
        <p:spPr>
          <a:xfrm>
            <a:off x="449942" y="3645231"/>
            <a:ext cx="8694058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a) Mennyi lesz a működési cash flow standard megközelítéssel?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b) Mennyi lesz a tervezett teljes cash flow az új termék bevezetéséhez kapcsolódóan?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c) Mennyi lesz az NPV, ha az elvárt hozam 8%?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2D9D64C6-CB2B-193C-7B37-8B5D72F97F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5. feladat 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Számoljuk ki a projekt teljes cash flow-ját!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30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D0B1-4DAA-7BE0-7E6E-5169772A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52CEED17-24FF-5806-A480-B97EDB8EB12E}"/>
              </a:ext>
            </a:extLst>
          </p:cNvPr>
          <p:cNvSpPr txBox="1"/>
          <p:nvPr/>
        </p:nvSpPr>
        <p:spPr>
          <a:xfrm>
            <a:off x="100128" y="1228110"/>
            <a:ext cx="18260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latin typeface="+mn-lt"/>
              </a:rPr>
              <a:t>Adatok:</a:t>
            </a:r>
          </a:p>
          <a:p>
            <a:pPr marL="180000" indent="-180000">
              <a:buFontTx/>
              <a:buChar char="-"/>
            </a:pPr>
            <a:r>
              <a:rPr lang="hu-HU" sz="1200" b="1" dirty="0">
                <a:latin typeface="+mn-lt"/>
              </a:rPr>
              <a:t>árbevétel</a:t>
            </a:r>
            <a:r>
              <a:rPr lang="hu-HU" sz="1200" dirty="0">
                <a:latin typeface="+mn-lt"/>
              </a:rPr>
              <a:t>: 95 millió 1. évben, utána minden évben 10%-</a:t>
            </a:r>
            <a:r>
              <a:rPr lang="hu-HU" sz="1200" dirty="0" err="1">
                <a:latin typeface="+mn-lt"/>
              </a:rPr>
              <a:t>al</a:t>
            </a:r>
            <a:r>
              <a:rPr lang="hu-HU" sz="1200" dirty="0">
                <a:latin typeface="+mn-lt"/>
              </a:rPr>
              <a:t> nagyobb. </a:t>
            </a:r>
          </a:p>
          <a:p>
            <a:pPr marL="180000" indent="-180000">
              <a:buFontTx/>
              <a:buChar char="-"/>
            </a:pPr>
            <a:r>
              <a:rPr lang="hu-HU" sz="1200" dirty="0">
                <a:latin typeface="+mn-lt"/>
              </a:rPr>
              <a:t>változó </a:t>
            </a:r>
            <a:r>
              <a:rPr lang="hu-HU" sz="1200" b="1" dirty="0">
                <a:latin typeface="+mn-lt"/>
              </a:rPr>
              <a:t>költség</a:t>
            </a:r>
            <a:r>
              <a:rPr lang="hu-HU" sz="1200" dirty="0">
                <a:latin typeface="+mn-lt"/>
              </a:rPr>
              <a:t>: az árbevétel 30%-a, </a:t>
            </a:r>
          </a:p>
          <a:p>
            <a:pPr marL="180000" indent="-180000">
              <a:buFontTx/>
              <a:buChar char="-"/>
            </a:pPr>
            <a:r>
              <a:rPr lang="hu-HU" sz="1200" dirty="0">
                <a:latin typeface="+mn-lt"/>
              </a:rPr>
              <a:t>fix </a:t>
            </a:r>
            <a:r>
              <a:rPr lang="hu-HU" sz="1200" b="1" dirty="0">
                <a:latin typeface="+mn-lt"/>
              </a:rPr>
              <a:t>költség</a:t>
            </a:r>
            <a:r>
              <a:rPr lang="hu-HU" sz="1200" dirty="0">
                <a:latin typeface="+mn-lt"/>
              </a:rPr>
              <a:t>: évi 15 millió </a:t>
            </a:r>
          </a:p>
          <a:p>
            <a:pPr marL="180000" indent="-180000">
              <a:buFontTx/>
              <a:buChar char="-"/>
            </a:pPr>
            <a:r>
              <a:rPr lang="hu-HU" sz="1200" dirty="0">
                <a:latin typeface="+mn-lt"/>
              </a:rPr>
              <a:t>A </a:t>
            </a:r>
            <a:r>
              <a:rPr lang="hu-HU" sz="1200" b="1" dirty="0">
                <a:latin typeface="+mn-lt"/>
              </a:rPr>
              <a:t>gyártósor</a:t>
            </a:r>
            <a:r>
              <a:rPr lang="hu-HU" sz="1200" dirty="0">
                <a:latin typeface="+mn-lt"/>
              </a:rPr>
              <a:t> beszerzési költsége 185 millió Ft. Ez a következő 5 évben lineárisan leírható.</a:t>
            </a:r>
          </a:p>
          <a:p>
            <a:r>
              <a:rPr lang="hu-HU" sz="1200" dirty="0">
                <a:latin typeface="+mn-lt"/>
              </a:rPr>
              <a:t>- adókulcs 10%.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2FFCD104-DE3F-E272-AC65-C7EEA676EC7A}"/>
              </a:ext>
            </a:extLst>
          </p:cNvPr>
          <p:cNvSpPr txBox="1">
            <a:spLocks/>
          </p:cNvSpPr>
          <p:nvPr/>
        </p:nvSpPr>
        <p:spPr>
          <a:xfrm>
            <a:off x="435428" y="195882"/>
            <a:ext cx="8461829" cy="520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000" b="1" dirty="0">
                <a:latin typeface="+mj-lt"/>
              </a:rPr>
              <a:t>5. feladat: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a </a:t>
            </a:r>
            <a:r>
              <a:rPr lang="hu-HU" sz="2000" b="1" dirty="0" err="1">
                <a:latin typeface="+mj-lt"/>
                <a:cs typeface="Times New Roman" pitchFamily="18" charset="0"/>
              </a:rPr>
              <a:t>Solár</a:t>
            </a:r>
            <a:r>
              <a:rPr lang="hu-HU" sz="2000" b="1" dirty="0">
                <a:latin typeface="+mj-lt"/>
                <a:cs typeface="Times New Roman" pitchFamily="18" charset="0"/>
              </a:rPr>
              <a:t> Kft új termékének működési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9524F6E8-1454-F5F8-2EB1-1915100865F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5.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a) Mennyi lesz a projekt működési cash flow-ja?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516F6E0-7FC7-BDDA-0554-30C75BC008F5}"/>
              </a:ext>
            </a:extLst>
          </p:cNvPr>
          <p:cNvSpPr txBox="1"/>
          <p:nvPr/>
        </p:nvSpPr>
        <p:spPr>
          <a:xfrm>
            <a:off x="100127" y="906158"/>
            <a:ext cx="4386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7030A0"/>
                </a:solidFill>
              </a:rPr>
              <a:t>1. lépés: adózott eredmény számítása</a:t>
            </a:r>
          </a:p>
        </p:txBody>
      </p:sp>
      <p:graphicFrame>
        <p:nvGraphicFramePr>
          <p:cNvPr id="10" name="Objektum 9">
            <a:extLst>
              <a:ext uri="{FF2B5EF4-FFF2-40B4-BE49-F238E27FC236}">
                <a16:creationId xmlns:a16="http://schemas.microsoft.com/office/drawing/2014/main" id="{7BCB85CE-981C-3E46-5F02-EBDFE7CA13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885399"/>
              </p:ext>
            </p:extLst>
          </p:nvPr>
        </p:nvGraphicFramePr>
        <p:xfrm>
          <a:off x="2062163" y="1979613"/>
          <a:ext cx="6981825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20823" imgH="1470763" progId="Excel.Sheet.12">
                  <p:embed/>
                </p:oleObj>
              </mc:Choice>
              <mc:Fallback>
                <p:oleObj name="Worksheet" r:id="rId2" imgW="6720823" imgH="1470763" progId="Excel.Sheet.12">
                  <p:embed/>
                  <p:pic>
                    <p:nvPicPr>
                      <p:cNvPr id="10" name="Objektum 9">
                        <a:extLst>
                          <a:ext uri="{FF2B5EF4-FFF2-40B4-BE49-F238E27FC236}">
                            <a16:creationId xmlns:a16="http://schemas.microsoft.com/office/drawing/2014/main" id="{7BCB85CE-981C-3E46-5F02-EBDFE7CA13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2163" y="1979613"/>
                        <a:ext cx="6981825" cy="152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47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26ADBB54-EC47-9A14-B869-DEEF37A7101D}"/>
              </a:ext>
            </a:extLst>
          </p:cNvPr>
          <p:cNvSpPr txBox="1">
            <a:spLocks/>
          </p:cNvSpPr>
          <p:nvPr/>
        </p:nvSpPr>
        <p:spPr>
          <a:xfrm>
            <a:off x="515257" y="290683"/>
            <a:ext cx="8461829" cy="520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000" b="1" dirty="0">
                <a:latin typeface="+mj-lt"/>
              </a:rPr>
              <a:t>5.a)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a </a:t>
            </a:r>
            <a:r>
              <a:rPr lang="hu-HU" sz="2000" b="1" dirty="0" err="1">
                <a:latin typeface="+mj-lt"/>
                <a:cs typeface="Times New Roman" pitchFamily="18" charset="0"/>
              </a:rPr>
              <a:t>Solár</a:t>
            </a:r>
            <a:r>
              <a:rPr lang="hu-HU" sz="2000" b="1" dirty="0">
                <a:latin typeface="+mj-lt"/>
                <a:cs typeface="Times New Roman" pitchFamily="18" charset="0"/>
              </a:rPr>
              <a:t> Kft új termékének működési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58738503-261F-7345-9608-1B217F3020F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5.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a) Mennyi lesz a projekt működési cash flow-ja?</a:t>
            </a:r>
            <a:endParaRPr lang="hu-HU" sz="2400" dirty="0">
              <a:solidFill>
                <a:schemeClr val="bg1"/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7ACB28E6-34C6-9690-99B6-9FA1D18CCFC0}"/>
              </a:ext>
            </a:extLst>
          </p:cNvPr>
          <p:cNvSpPr txBox="1"/>
          <p:nvPr/>
        </p:nvSpPr>
        <p:spPr>
          <a:xfrm>
            <a:off x="18139" y="786498"/>
            <a:ext cx="3417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7030A0"/>
                </a:solidFill>
              </a:rPr>
              <a:t>2. lépés: működési cash flow számítása</a:t>
            </a:r>
          </a:p>
        </p:txBody>
      </p:sp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A258206C-0CD9-E02E-CD99-F5E782B5A75F}"/>
              </a:ext>
            </a:extLst>
          </p:cNvPr>
          <p:cNvGraphicFramePr>
            <a:graphicFrameLocks noGrp="1"/>
          </p:cNvGraphicFramePr>
          <p:nvPr/>
        </p:nvGraphicFramePr>
        <p:xfrm>
          <a:off x="3435516" y="818981"/>
          <a:ext cx="2587000" cy="914430"/>
        </p:xfrm>
        <a:graphic>
          <a:graphicData uri="http://schemas.openxmlformats.org/drawingml/2006/table">
            <a:tbl>
              <a:tblPr/>
              <a:tblGrid>
                <a:gridCol w="2587000">
                  <a:extLst>
                    <a:ext uri="{9D8B030D-6E8A-4147-A177-3AD203B41FA5}">
                      <a16:colId xmlns:a16="http://schemas.microsoft.com/office/drawing/2014/main" val="2007497176"/>
                    </a:ext>
                  </a:extLst>
                </a:gridCol>
              </a:tblGrid>
              <a:tr h="2406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+ adózott eredmény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25046"/>
                  </a:ext>
                </a:extLst>
              </a:tr>
              <a:tr h="2406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+ Értékcsökkenés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810175"/>
                  </a:ext>
                </a:extLst>
              </a:tr>
              <a:tr h="2747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hu-H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Működési CF (OCF)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590355"/>
                  </a:ext>
                </a:extLst>
              </a:tr>
            </a:tbl>
          </a:graphicData>
        </a:graphic>
      </p:graphicFrame>
      <p:graphicFrame>
        <p:nvGraphicFramePr>
          <p:cNvPr id="5" name="Objektum 4">
            <a:extLst>
              <a:ext uri="{FF2B5EF4-FFF2-40B4-BE49-F238E27FC236}">
                <a16:creationId xmlns:a16="http://schemas.microsoft.com/office/drawing/2014/main" id="{8262C952-F9BE-F687-A181-DF312B0B90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786" y="1928644"/>
          <a:ext cx="8480425" cy="273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481190" imgH="2735508" progId="Excel.Sheet.12">
                  <p:embed/>
                </p:oleObj>
              </mc:Choice>
              <mc:Fallback>
                <p:oleObj name="Worksheet" r:id="rId2" imgW="8481190" imgH="2735508" progId="Excel.Sheet.12">
                  <p:embed/>
                  <p:pic>
                    <p:nvPicPr>
                      <p:cNvPr id="5" name="Objektum 4">
                        <a:extLst>
                          <a:ext uri="{FF2B5EF4-FFF2-40B4-BE49-F238E27FC236}">
                            <a16:creationId xmlns:a16="http://schemas.microsoft.com/office/drawing/2014/main" id="{8262C952-F9BE-F687-A181-DF312B0B90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1786" y="1928644"/>
                        <a:ext cx="8480425" cy="273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961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4290-2374-7DE4-B7F4-06AB75B4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EA94B184-E1B0-7ECF-9F18-0EDB78B2DCC2}"/>
              </a:ext>
            </a:extLst>
          </p:cNvPr>
          <p:cNvSpPr txBox="1">
            <a:spLocks/>
          </p:cNvSpPr>
          <p:nvPr/>
        </p:nvSpPr>
        <p:spPr>
          <a:xfrm>
            <a:off x="428171" y="290683"/>
            <a:ext cx="8548915" cy="520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000" b="1" dirty="0">
                <a:latin typeface="+mj-lt"/>
              </a:rPr>
              <a:t>5.b)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a </a:t>
            </a:r>
            <a:r>
              <a:rPr lang="hu-HU" sz="2000" b="1" dirty="0" err="1">
                <a:latin typeface="+mj-lt"/>
                <a:cs typeface="Times New Roman" pitchFamily="18" charset="0"/>
              </a:rPr>
              <a:t>Solár</a:t>
            </a:r>
            <a:r>
              <a:rPr lang="hu-HU" sz="2000" b="1" dirty="0">
                <a:latin typeface="+mj-lt"/>
                <a:cs typeface="Times New Roman" pitchFamily="18" charset="0"/>
              </a:rPr>
              <a:t> Kft új termékének tervezett teljes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4BE8AC3-56D4-1811-233D-5DC3F6F9A241}"/>
              </a:ext>
            </a:extLst>
          </p:cNvPr>
          <p:cNvSpPr txBox="1"/>
          <p:nvPr/>
        </p:nvSpPr>
        <p:spPr>
          <a:xfrm>
            <a:off x="4448628" y="1353142"/>
            <a:ext cx="4503059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hu-HU" sz="1200" b="1" u="sng" dirty="0">
                <a:latin typeface="Segoe UI Semilight"/>
              </a:rPr>
              <a:t>nettó forgótőke igény</a:t>
            </a:r>
            <a:r>
              <a:rPr lang="hu-HU" sz="1200" dirty="0">
                <a:latin typeface="Segoe UI Semilight"/>
              </a:rPr>
              <a:t>: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sym typeface="Arial"/>
                <a:rtl val="0"/>
              </a:rPr>
              <a:t>készletbeszerzés miatt  a 0. évben 10 millió, 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sym typeface="Arial"/>
                <a:rtl val="0"/>
              </a:rPr>
              <a:t>majd a következő 5 évben az árbevétel 10%-t teszi ki 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sym typeface="Arial"/>
                <a:rtl val="0"/>
              </a:rPr>
              <a:t>az 5. év végén a megmaradt készletet értékesítik. </a:t>
            </a:r>
          </a:p>
          <a:p>
            <a:endParaRPr lang="hu-HU" sz="110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4EA20D90-7731-E410-B851-BF79E82DF30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5.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b) Mennyi lesz a projekt teljes cash flow-ja?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5928C4E-4FCE-7D54-5D6F-0B4D9FEA2FEC}"/>
              </a:ext>
            </a:extLst>
          </p:cNvPr>
          <p:cNvSpPr txBox="1"/>
          <p:nvPr/>
        </p:nvSpPr>
        <p:spPr>
          <a:xfrm>
            <a:off x="206827" y="1668613"/>
            <a:ext cx="422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7030A0"/>
                </a:solidFill>
              </a:rPr>
              <a:t>1. lépés: nettó forgótőke számítása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BFC527D-60AC-9D89-B526-8803CCD04BE0}"/>
              </a:ext>
            </a:extLst>
          </p:cNvPr>
          <p:cNvSpPr txBox="1"/>
          <p:nvPr/>
        </p:nvSpPr>
        <p:spPr>
          <a:xfrm>
            <a:off x="428171" y="1032889"/>
            <a:ext cx="8360225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12700">
              <a:spcBef>
                <a:spcPts val="565"/>
              </a:spcBef>
              <a:tabLst>
                <a:tab pos="372110" algn="l"/>
              </a:tabLst>
            </a:pPr>
            <a:r>
              <a:rPr lang="hu-HU" sz="1800" spc="-10" dirty="0">
                <a:solidFill>
                  <a:srgbClr val="C00000"/>
                </a:solidFill>
              </a:rPr>
              <a:t>Teljes cash flow = Működési</a:t>
            </a:r>
            <a:r>
              <a:rPr lang="hu-HU" sz="1800" spc="-85" dirty="0">
                <a:solidFill>
                  <a:srgbClr val="C00000"/>
                </a:solidFill>
              </a:rPr>
              <a:t> </a:t>
            </a:r>
            <a:r>
              <a:rPr lang="hu-HU" sz="1800" dirty="0">
                <a:solidFill>
                  <a:srgbClr val="C00000"/>
                </a:solidFill>
              </a:rPr>
              <a:t>CF </a:t>
            </a:r>
            <a:r>
              <a:rPr lang="hu-HU" sz="1800" spc="-10" dirty="0">
                <a:solidFill>
                  <a:srgbClr val="C00000"/>
                </a:solidFill>
              </a:rPr>
              <a:t>- </a:t>
            </a:r>
            <a:r>
              <a:rPr lang="hu-HU" sz="1800" spc="-10" dirty="0">
                <a:solidFill>
                  <a:srgbClr val="7030A0"/>
                </a:solidFill>
              </a:rPr>
              <a:t>N</a:t>
            </a:r>
            <a:r>
              <a:rPr lang="hu-HU" sz="1800" dirty="0">
                <a:solidFill>
                  <a:srgbClr val="7030A0"/>
                </a:solidFill>
              </a:rPr>
              <a:t>ettó</a:t>
            </a:r>
            <a:r>
              <a:rPr lang="hu-HU" sz="1800" spc="-50" dirty="0">
                <a:solidFill>
                  <a:srgbClr val="7030A0"/>
                </a:solidFill>
              </a:rPr>
              <a:t> </a:t>
            </a:r>
            <a:r>
              <a:rPr lang="hu-HU" sz="1800" spc="-20" dirty="0">
                <a:solidFill>
                  <a:srgbClr val="7030A0"/>
                </a:solidFill>
              </a:rPr>
              <a:t>forgótőke</a:t>
            </a:r>
            <a:r>
              <a:rPr lang="hu-HU" sz="1800" spc="-65" dirty="0">
                <a:solidFill>
                  <a:srgbClr val="7030A0"/>
                </a:solidFill>
              </a:rPr>
              <a:t> </a:t>
            </a:r>
            <a:r>
              <a:rPr lang="hu-HU" sz="1800" spc="-10" dirty="0">
                <a:solidFill>
                  <a:srgbClr val="7030A0"/>
                </a:solidFill>
              </a:rPr>
              <a:t>változásai </a:t>
            </a:r>
            <a:r>
              <a:rPr lang="hu-HU" sz="1800" dirty="0">
                <a:solidFill>
                  <a:srgbClr val="C00000"/>
                </a:solidFill>
              </a:rPr>
              <a:t>- </a:t>
            </a:r>
            <a:r>
              <a:rPr lang="hu-HU" sz="1800" spc="-10" dirty="0">
                <a:solidFill>
                  <a:srgbClr val="C00000"/>
                </a:solidFill>
              </a:rPr>
              <a:t>Kezdő tőkeköltség </a:t>
            </a:r>
            <a:endParaRPr lang="hu-HU" sz="1800" dirty="0">
              <a:solidFill>
                <a:srgbClr val="C00000"/>
              </a:solidFill>
            </a:endParaRPr>
          </a:p>
        </p:txBody>
      </p:sp>
      <p:graphicFrame>
        <p:nvGraphicFramePr>
          <p:cNvPr id="12" name="Objektum 11">
            <a:extLst>
              <a:ext uri="{FF2B5EF4-FFF2-40B4-BE49-F238E27FC236}">
                <a16:creationId xmlns:a16="http://schemas.microsoft.com/office/drawing/2014/main" id="{64057C0A-E9BA-F660-5EB5-684EF4041E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971" y="2384254"/>
          <a:ext cx="8480425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481190" imgH="2468880" progId="Excel.Sheet.12">
                  <p:embed/>
                </p:oleObj>
              </mc:Choice>
              <mc:Fallback>
                <p:oleObj name="Worksheet" r:id="rId2" imgW="8481190" imgH="2468880" progId="Excel.Sheet.12">
                  <p:embed/>
                  <p:pic>
                    <p:nvPicPr>
                      <p:cNvPr id="12" name="Objektum 11">
                        <a:extLst>
                          <a:ext uri="{FF2B5EF4-FFF2-40B4-BE49-F238E27FC236}">
                            <a16:creationId xmlns:a16="http://schemas.microsoft.com/office/drawing/2014/main" id="{64057C0A-E9BA-F660-5EB5-684EF4041E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971" y="2384254"/>
                        <a:ext cx="8480425" cy="2468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667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697E-18D5-765B-B341-3625EB8CB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E3F41811-BDC3-FB5E-68AD-497FE2D5364B}"/>
              </a:ext>
            </a:extLst>
          </p:cNvPr>
          <p:cNvSpPr txBox="1">
            <a:spLocks/>
          </p:cNvSpPr>
          <p:nvPr/>
        </p:nvSpPr>
        <p:spPr>
          <a:xfrm>
            <a:off x="428171" y="290683"/>
            <a:ext cx="8548915" cy="520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000" b="1" dirty="0">
                <a:latin typeface="+mj-lt"/>
              </a:rPr>
              <a:t>5.b) </a:t>
            </a:r>
            <a:r>
              <a:rPr lang="hu-HU" sz="2000" b="1" dirty="0">
                <a:latin typeface="+mj-lt"/>
                <a:cs typeface="Times New Roman" pitchFamily="18" charset="0"/>
              </a:rPr>
              <a:t>Számoljuk ki a </a:t>
            </a:r>
            <a:r>
              <a:rPr lang="hu-HU" sz="2000" b="1" dirty="0" err="1">
                <a:latin typeface="+mj-lt"/>
                <a:cs typeface="Times New Roman" pitchFamily="18" charset="0"/>
              </a:rPr>
              <a:t>Solár</a:t>
            </a:r>
            <a:r>
              <a:rPr lang="hu-HU" sz="2000" b="1" dirty="0">
                <a:latin typeface="+mj-lt"/>
                <a:cs typeface="Times New Roman" pitchFamily="18" charset="0"/>
              </a:rPr>
              <a:t> Kft új termékének tervezett teljes cash flow-ját!</a:t>
            </a:r>
            <a:endParaRPr lang="hu-HU" sz="2400" b="1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606DDBD3-9FE1-A844-406A-FE62B057C20F}"/>
              </a:ext>
            </a:extLst>
          </p:cNvPr>
          <p:cNvSpPr txBox="1">
            <a:spLocks/>
          </p:cNvSpPr>
          <p:nvPr/>
        </p:nvSpPr>
        <p:spPr>
          <a:xfrm>
            <a:off x="47170" y="30122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5.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b) Mennyi lesz a projekt teljes cash flow-ja?</a:t>
            </a:r>
            <a:endParaRPr lang="hu-HU" sz="2400" dirty="0">
              <a:solidFill>
                <a:schemeClr val="bg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AA6149D-E394-052F-80E1-FFBDFF55E7D7}"/>
              </a:ext>
            </a:extLst>
          </p:cNvPr>
          <p:cNvSpPr txBox="1"/>
          <p:nvPr/>
        </p:nvSpPr>
        <p:spPr>
          <a:xfrm>
            <a:off x="47170" y="1038854"/>
            <a:ext cx="521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7030A0"/>
                </a:solidFill>
              </a:rPr>
              <a:t>2. lépés: teljes cash flow számítása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D44BBFF0-9AB6-AD51-52DA-6F27777698C1}"/>
              </a:ext>
            </a:extLst>
          </p:cNvPr>
          <p:cNvSpPr txBox="1"/>
          <p:nvPr/>
        </p:nvSpPr>
        <p:spPr>
          <a:xfrm>
            <a:off x="391885" y="1548603"/>
            <a:ext cx="8360225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12700">
              <a:spcBef>
                <a:spcPts val="565"/>
              </a:spcBef>
              <a:tabLst>
                <a:tab pos="372110" algn="l"/>
              </a:tabLst>
            </a:pPr>
            <a:r>
              <a:rPr lang="hu-HU" sz="1800" spc="-10" dirty="0">
                <a:solidFill>
                  <a:srgbClr val="C00000"/>
                </a:solidFill>
              </a:rPr>
              <a:t>Teljes cash flow = Működési</a:t>
            </a:r>
            <a:r>
              <a:rPr lang="hu-HU" sz="1800" spc="-85" dirty="0">
                <a:solidFill>
                  <a:srgbClr val="C00000"/>
                </a:solidFill>
              </a:rPr>
              <a:t> </a:t>
            </a:r>
            <a:r>
              <a:rPr lang="hu-HU" sz="1800" dirty="0">
                <a:solidFill>
                  <a:srgbClr val="C00000"/>
                </a:solidFill>
              </a:rPr>
              <a:t>CF </a:t>
            </a:r>
            <a:r>
              <a:rPr lang="hu-HU" sz="1800" spc="-10" dirty="0">
                <a:solidFill>
                  <a:srgbClr val="C00000"/>
                </a:solidFill>
              </a:rPr>
              <a:t>- N</a:t>
            </a:r>
            <a:r>
              <a:rPr lang="hu-HU" sz="1800" dirty="0">
                <a:solidFill>
                  <a:srgbClr val="C00000"/>
                </a:solidFill>
              </a:rPr>
              <a:t>ettó</a:t>
            </a:r>
            <a:r>
              <a:rPr lang="hu-HU" sz="1800" spc="-50" dirty="0">
                <a:solidFill>
                  <a:srgbClr val="C00000"/>
                </a:solidFill>
              </a:rPr>
              <a:t> </a:t>
            </a:r>
            <a:r>
              <a:rPr lang="hu-HU" sz="1800" spc="-20" dirty="0">
                <a:solidFill>
                  <a:srgbClr val="C00000"/>
                </a:solidFill>
              </a:rPr>
              <a:t>forgótőke</a:t>
            </a:r>
            <a:r>
              <a:rPr lang="hu-HU" sz="1800" spc="-65" dirty="0">
                <a:solidFill>
                  <a:srgbClr val="C00000"/>
                </a:solidFill>
              </a:rPr>
              <a:t> </a:t>
            </a:r>
            <a:r>
              <a:rPr lang="hu-HU" sz="1800" spc="-10" dirty="0">
                <a:solidFill>
                  <a:srgbClr val="C00000"/>
                </a:solidFill>
              </a:rPr>
              <a:t>változásai </a:t>
            </a:r>
            <a:r>
              <a:rPr lang="hu-HU" sz="1800" dirty="0">
                <a:solidFill>
                  <a:srgbClr val="C00000"/>
                </a:solidFill>
              </a:rPr>
              <a:t>- </a:t>
            </a:r>
            <a:r>
              <a:rPr lang="hu-HU" sz="1800" spc="-10" dirty="0">
                <a:solidFill>
                  <a:srgbClr val="C00000"/>
                </a:solidFill>
              </a:rPr>
              <a:t>Kezdő tőkeköltség </a:t>
            </a:r>
            <a:endParaRPr lang="hu-HU" sz="1800" dirty="0">
              <a:solidFill>
                <a:srgbClr val="C00000"/>
              </a:solidFill>
            </a:endParaRPr>
          </a:p>
        </p:txBody>
      </p:sp>
      <p:graphicFrame>
        <p:nvGraphicFramePr>
          <p:cNvPr id="5" name="Objektum 4">
            <a:extLst>
              <a:ext uri="{FF2B5EF4-FFF2-40B4-BE49-F238E27FC236}">
                <a16:creationId xmlns:a16="http://schemas.microsoft.com/office/drawing/2014/main" id="{E1DF1D6E-B595-BA8B-06A3-77CA3D09FA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784" y="2052403"/>
          <a:ext cx="8480425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481190" imgH="2346826" progId="Excel.Sheet.12">
                  <p:embed/>
                </p:oleObj>
              </mc:Choice>
              <mc:Fallback>
                <p:oleObj name="Worksheet" r:id="rId2" imgW="8481190" imgH="2346826" progId="Excel.Sheet.12">
                  <p:embed/>
                  <p:pic>
                    <p:nvPicPr>
                      <p:cNvPr id="5" name="Objektum 4">
                        <a:extLst>
                          <a:ext uri="{FF2B5EF4-FFF2-40B4-BE49-F238E27FC236}">
                            <a16:creationId xmlns:a16="http://schemas.microsoft.com/office/drawing/2014/main" id="{E1DF1D6E-B595-BA8B-06A3-77CA3D09FA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1784" y="2052403"/>
                        <a:ext cx="8480425" cy="234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4877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um 1">
            <a:extLst>
              <a:ext uri="{FF2B5EF4-FFF2-40B4-BE49-F238E27FC236}">
                <a16:creationId xmlns:a16="http://schemas.microsoft.com/office/drawing/2014/main" id="{B50F6809-6C23-0FCF-0776-43DEA28EC3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3335" y="-1"/>
          <a:ext cx="5200878" cy="1753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481190" imgH="2735508" progId="Excel.Sheet.12">
                  <p:embed/>
                </p:oleObj>
              </mc:Choice>
              <mc:Fallback>
                <p:oleObj name="Worksheet" r:id="rId2" imgW="8481190" imgH="2735508" progId="Excel.Sheet.12">
                  <p:embed/>
                  <p:pic>
                    <p:nvPicPr>
                      <p:cNvPr id="2" name="Objektum 1">
                        <a:extLst>
                          <a:ext uri="{FF2B5EF4-FFF2-40B4-BE49-F238E27FC236}">
                            <a16:creationId xmlns:a16="http://schemas.microsoft.com/office/drawing/2014/main" id="{B50F6809-6C23-0FCF-0776-43DEA28EC3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3335" y="-1"/>
                        <a:ext cx="5200878" cy="1753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ktum 2">
            <a:extLst>
              <a:ext uri="{FF2B5EF4-FFF2-40B4-BE49-F238E27FC236}">
                <a16:creationId xmlns:a16="http://schemas.microsoft.com/office/drawing/2014/main" id="{7C937B3B-DB63-75BC-FEB0-9641BCA18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3335" y="1753926"/>
          <a:ext cx="5203371" cy="1753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8481190" imgH="2468880" progId="Excel.Sheet.12">
                  <p:embed/>
                </p:oleObj>
              </mc:Choice>
              <mc:Fallback>
                <p:oleObj name="Worksheet" r:id="rId4" imgW="8481190" imgH="2468880" progId="Excel.Sheet.12">
                  <p:embed/>
                  <p:pic>
                    <p:nvPicPr>
                      <p:cNvPr id="3" name="Objektum 2">
                        <a:extLst>
                          <a:ext uri="{FF2B5EF4-FFF2-40B4-BE49-F238E27FC236}">
                            <a16:creationId xmlns:a16="http://schemas.microsoft.com/office/drawing/2014/main" id="{7C937B3B-DB63-75BC-FEB0-9641BCA18A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3335" y="1753926"/>
                        <a:ext cx="5203371" cy="1753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ktum 3">
            <a:extLst>
              <a:ext uri="{FF2B5EF4-FFF2-40B4-BE49-F238E27FC236}">
                <a16:creationId xmlns:a16="http://schemas.microsoft.com/office/drawing/2014/main" id="{B5343BD1-A143-9B59-5082-25D183CE9F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3335" y="3507853"/>
          <a:ext cx="5200878" cy="1438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8481190" imgH="2346826" progId="Excel.Sheet.12">
                  <p:embed/>
                </p:oleObj>
              </mc:Choice>
              <mc:Fallback>
                <p:oleObj name="Worksheet" r:id="rId6" imgW="8481190" imgH="2346826" progId="Excel.Sheet.12">
                  <p:embed/>
                  <p:pic>
                    <p:nvPicPr>
                      <p:cNvPr id="4" name="Objektum 3">
                        <a:extLst>
                          <a:ext uri="{FF2B5EF4-FFF2-40B4-BE49-F238E27FC236}">
                            <a16:creationId xmlns:a16="http://schemas.microsoft.com/office/drawing/2014/main" id="{B5343BD1-A143-9B59-5082-25D183CE9F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3335" y="3507853"/>
                        <a:ext cx="5200878" cy="1438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6361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297E558-2F69-119F-7732-0F5DC38A02DD}"/>
              </a:ext>
            </a:extLst>
          </p:cNvPr>
          <p:cNvSpPr txBox="1"/>
          <p:nvPr/>
        </p:nvSpPr>
        <p:spPr>
          <a:xfrm>
            <a:off x="791031" y="1978594"/>
            <a:ext cx="245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latin typeface="Segoe UI Semilight"/>
              </a:rPr>
              <a:t>c) elvárt hozam: r=8%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4AB2CEC1-7336-C887-45A1-D788BDF133E5}"/>
              </a:ext>
            </a:extLst>
          </p:cNvPr>
          <p:cNvGraphicFramePr>
            <a:graphicFrameLocks noGrp="1"/>
          </p:cNvGraphicFramePr>
          <p:nvPr/>
        </p:nvGraphicFramePr>
        <p:xfrm>
          <a:off x="3243943" y="2065986"/>
          <a:ext cx="5657300" cy="28194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1923143">
                  <a:extLst>
                    <a:ext uri="{9D8B030D-6E8A-4147-A177-3AD203B41FA5}">
                      <a16:colId xmlns:a16="http://schemas.microsoft.com/office/drawing/2014/main" val="15868339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47728295"/>
                    </a:ext>
                  </a:extLst>
                </a:gridCol>
                <a:gridCol w="645885">
                  <a:extLst>
                    <a:ext uri="{9D8B030D-6E8A-4147-A177-3AD203B41FA5}">
                      <a16:colId xmlns:a16="http://schemas.microsoft.com/office/drawing/2014/main" val="1233737344"/>
                    </a:ext>
                  </a:extLst>
                </a:gridCol>
                <a:gridCol w="620741">
                  <a:extLst>
                    <a:ext uri="{9D8B030D-6E8A-4147-A177-3AD203B41FA5}">
                      <a16:colId xmlns:a16="http://schemas.microsoft.com/office/drawing/2014/main" val="3272892576"/>
                    </a:ext>
                  </a:extLst>
                </a:gridCol>
                <a:gridCol w="634745">
                  <a:extLst>
                    <a:ext uri="{9D8B030D-6E8A-4147-A177-3AD203B41FA5}">
                      <a16:colId xmlns:a16="http://schemas.microsoft.com/office/drawing/2014/main" val="2556596977"/>
                    </a:ext>
                  </a:extLst>
                </a:gridCol>
                <a:gridCol w="583001">
                  <a:extLst>
                    <a:ext uri="{9D8B030D-6E8A-4147-A177-3AD203B41FA5}">
                      <a16:colId xmlns:a16="http://schemas.microsoft.com/office/drawing/2014/main" val="359038123"/>
                    </a:ext>
                  </a:extLst>
                </a:gridCol>
                <a:gridCol w="640185">
                  <a:extLst>
                    <a:ext uri="{9D8B030D-6E8A-4147-A177-3AD203B41FA5}">
                      <a16:colId xmlns:a16="http://schemas.microsoft.com/office/drawing/2014/main" val="2855246915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Teljes projekt CF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-195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50,6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55,1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61,6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68,7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90,5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684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12EC4E07-EDE3-F4D8-1878-AE8FB84B1AA3}"/>
                  </a:ext>
                </a:extLst>
              </p:cNvPr>
              <p:cNvSpPr txBox="1"/>
              <p:nvPr/>
            </p:nvSpPr>
            <p:spPr>
              <a:xfrm>
                <a:off x="925645" y="2563797"/>
                <a:ext cx="7975598" cy="1263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u-HU" sz="2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NPV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19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hu-HU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hu-HU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,6</m:t>
                          </m:r>
                        </m:num>
                        <m:den>
                          <m:sSup>
                            <m:sSupPr>
                              <m:ctrlP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2000" b="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hu-HU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08</m:t>
                              </m:r>
                            </m:e>
                            <m:sup>
                              <m:r>
                                <a:rPr lang="hu-HU" sz="2000" b="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55,1</m:t>
                          </m:r>
                        </m:num>
                        <m:den>
                          <m:sSup>
                            <m:sSupPr>
                              <m:ctrlP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2000" b="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08</m:t>
                              </m:r>
                            </m:e>
                            <m:sup>
                              <m:r>
                                <a:rPr lang="hu-HU" sz="2000" b="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61,6</m:t>
                          </m:r>
                        </m:num>
                        <m:den>
                          <m:sSup>
                            <m:sSupPr>
                              <m:ctrlP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2000" b="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08</m:t>
                              </m:r>
                            </m:e>
                            <m:sup>
                              <m:r>
                                <a:rPr lang="hu-HU" sz="2000" b="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hu-H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hu-HU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hu-HU" sz="2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sSup>
                            <m:sSupPr>
                              <m:ctrlP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08</m:t>
                              </m:r>
                            </m:e>
                            <m:sup>
                              <m:r>
                                <a:rPr lang="hu-HU" sz="20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hu-HU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  <m:r>
                            <a:rPr lang="hu-HU" sz="2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08</m:t>
                              </m:r>
                            </m:e>
                            <m:sup>
                              <m:r>
                                <a:rPr lang="hu-HU" sz="20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sz="16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endParaRPr lang="hu-HU" sz="1600" b="0" i="0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hu-HU" sz="2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195,0+46,8+47,2+48,9+50,5+61,6=60,0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milli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ó </m:t>
                      </m:r>
                      <m:r>
                        <m:rPr>
                          <m:sty m:val="p"/>
                        </m:rP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Ft</m:t>
                      </m:r>
                    </m:oMath>
                  </m:oMathPara>
                </a14:m>
                <a:endParaRPr lang="hu-HU" sz="1800" dirty="0">
                  <a:solidFill>
                    <a:srgbClr val="75757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12EC4E07-EDE3-F4D8-1878-AE8FB84B1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45" y="2563797"/>
                <a:ext cx="7975598" cy="12633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ím 1">
            <a:extLst>
              <a:ext uri="{FF2B5EF4-FFF2-40B4-BE49-F238E27FC236}">
                <a16:creationId xmlns:a16="http://schemas.microsoft.com/office/drawing/2014/main" id="{93677436-4285-DA38-7120-111C573B3901}"/>
              </a:ext>
            </a:extLst>
          </p:cNvPr>
          <p:cNvSpPr txBox="1">
            <a:spLocks/>
          </p:cNvSpPr>
          <p:nvPr/>
        </p:nvSpPr>
        <p:spPr>
          <a:xfrm>
            <a:off x="47170" y="30122"/>
            <a:ext cx="9143999" cy="818981"/>
          </a:xfrm>
          <a:prstGeom prst="rect">
            <a:avLst/>
          </a:prstGeom>
          <a:solidFill>
            <a:srgbClr val="C09F5A"/>
          </a:solidFill>
          <a:ln>
            <a:noFill/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hu-HU" sz="2000" b="1" dirty="0">
                <a:latin typeface="+mj-lt"/>
              </a:rPr>
              <a:t>5. feladat megoldása: 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cs typeface="Times New Roman" pitchFamily="18" charset="0"/>
              </a:rPr>
              <a:t>c) Mennyi lesz a projekt NPV-je?</a:t>
            </a:r>
            <a:endParaRPr lang="hu-HU" sz="2400" dirty="0">
              <a:solidFill>
                <a:schemeClr val="bg1"/>
              </a:solidFill>
            </a:endParaRPr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A614D7B2-1DB3-FDED-9E32-7376E5C73599}"/>
              </a:ext>
            </a:extLst>
          </p:cNvPr>
          <p:cNvGraphicFramePr>
            <a:graphicFrameLocks noGrp="1"/>
          </p:cNvGraphicFramePr>
          <p:nvPr/>
        </p:nvGraphicFramePr>
        <p:xfrm>
          <a:off x="3243943" y="1784046"/>
          <a:ext cx="5657300" cy="28194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1914925">
                  <a:extLst>
                    <a:ext uri="{9D8B030D-6E8A-4147-A177-3AD203B41FA5}">
                      <a16:colId xmlns:a16="http://schemas.microsoft.com/office/drawing/2014/main" val="2230574264"/>
                    </a:ext>
                  </a:extLst>
                </a:gridCol>
                <a:gridCol w="600806">
                  <a:extLst>
                    <a:ext uri="{9D8B030D-6E8A-4147-A177-3AD203B41FA5}">
                      <a16:colId xmlns:a16="http://schemas.microsoft.com/office/drawing/2014/main" val="3258194520"/>
                    </a:ext>
                  </a:extLst>
                </a:gridCol>
                <a:gridCol w="672183">
                  <a:extLst>
                    <a:ext uri="{9D8B030D-6E8A-4147-A177-3AD203B41FA5}">
                      <a16:colId xmlns:a16="http://schemas.microsoft.com/office/drawing/2014/main" val="2480829210"/>
                    </a:ext>
                  </a:extLst>
                </a:gridCol>
                <a:gridCol w="600314">
                  <a:extLst>
                    <a:ext uri="{9D8B030D-6E8A-4147-A177-3AD203B41FA5}">
                      <a16:colId xmlns:a16="http://schemas.microsoft.com/office/drawing/2014/main" val="2692963843"/>
                    </a:ext>
                  </a:extLst>
                </a:gridCol>
                <a:gridCol w="631372">
                  <a:extLst>
                    <a:ext uri="{9D8B030D-6E8A-4147-A177-3AD203B41FA5}">
                      <a16:colId xmlns:a16="http://schemas.microsoft.com/office/drawing/2014/main" val="2928141627"/>
                    </a:ext>
                  </a:extLst>
                </a:gridCol>
                <a:gridCol w="586746">
                  <a:extLst>
                    <a:ext uri="{9D8B030D-6E8A-4147-A177-3AD203B41FA5}">
                      <a16:colId xmlns:a16="http://schemas.microsoft.com/office/drawing/2014/main" val="214198671"/>
                    </a:ext>
                  </a:extLst>
                </a:gridCol>
                <a:gridCol w="650954">
                  <a:extLst>
                    <a:ext uri="{9D8B030D-6E8A-4147-A177-3AD203B41FA5}">
                      <a16:colId xmlns:a16="http://schemas.microsoft.com/office/drawing/2014/main" val="4091079614"/>
                    </a:ext>
                  </a:extLst>
                </a:gridCol>
              </a:tblGrid>
              <a:tr h="2737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 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800" u="none" strike="noStrike">
                          <a:effectLst/>
                        </a:rPr>
                        <a:t>0. év</a:t>
                      </a:r>
                      <a:endParaRPr lang="hu-H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1. év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800" u="none" strike="noStrike">
                          <a:effectLst/>
                        </a:rPr>
                        <a:t>2. év</a:t>
                      </a:r>
                      <a:endParaRPr lang="hu-H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800" u="none" strike="noStrike">
                          <a:effectLst/>
                        </a:rPr>
                        <a:t>3. év</a:t>
                      </a:r>
                      <a:endParaRPr lang="hu-H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800" u="none" strike="noStrike">
                          <a:effectLst/>
                        </a:rPr>
                        <a:t>4. év</a:t>
                      </a:r>
                      <a:endParaRPr lang="hu-H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800" u="none" strike="noStrike" dirty="0">
                          <a:effectLst/>
                        </a:rPr>
                        <a:t>5. év</a:t>
                      </a:r>
                      <a:endParaRPr lang="hu-H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0369427"/>
                  </a:ext>
                </a:extLst>
              </a:tr>
            </a:tbl>
          </a:graphicData>
        </a:graphic>
      </p:graphicFrame>
      <p:sp>
        <p:nvSpPr>
          <p:cNvPr id="9" name="Szövegdoboz 8">
            <a:extLst>
              <a:ext uri="{FF2B5EF4-FFF2-40B4-BE49-F238E27FC236}">
                <a16:creationId xmlns:a16="http://schemas.microsoft.com/office/drawing/2014/main" id="{67708512-977C-3477-96DF-5041F90E9DA6}"/>
              </a:ext>
            </a:extLst>
          </p:cNvPr>
          <p:cNvSpPr txBox="1"/>
          <p:nvPr/>
        </p:nvSpPr>
        <p:spPr>
          <a:xfrm>
            <a:off x="1331684" y="1144827"/>
            <a:ext cx="6818087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hu-HU" sz="2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NPV= -Kezdő tőkekiadás + PV (jövőbeni teljes cash flow)</a:t>
            </a:r>
            <a:endParaRPr lang="hu-HU" sz="2000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C5BE9F3-3217-5F3E-D107-9F091A82155A}"/>
              </a:ext>
            </a:extLst>
          </p:cNvPr>
          <p:cNvSpPr txBox="1"/>
          <p:nvPr/>
        </p:nvSpPr>
        <p:spPr>
          <a:xfrm>
            <a:off x="986971" y="3882571"/>
            <a:ext cx="7779658" cy="64633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A projekt 60 millió Ft új értéket termel, az NPV pozitív, ezért érdemes megvalósítani</a:t>
            </a:r>
            <a:r>
              <a:rPr lang="hu-HU" sz="1600" dirty="0">
                <a:solidFill>
                  <a:srgbClr val="0070C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664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9" grpId="0" animBg="1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4F373-EE68-1066-3DD5-84B5F90E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42E6067B-E57D-2B76-2050-5F566774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23427"/>
            <a:ext cx="9144000" cy="1104401"/>
          </a:xfrm>
          <a:solidFill>
            <a:srgbClr val="FFC000"/>
          </a:solidFill>
        </p:spPr>
        <p:txBody>
          <a:bodyPr anchor="ctr" anchorCtr="0"/>
          <a:lstStyle/>
          <a:p>
            <a:pPr algn="ctr"/>
            <a:br>
              <a:rPr lang="hu-HU" sz="3200" dirty="0">
                <a:solidFill>
                  <a:schemeClr val="bg1"/>
                </a:solidFill>
              </a:rPr>
            </a:br>
            <a:r>
              <a:rPr lang="hu-HU" sz="3200" dirty="0">
                <a:solidFill>
                  <a:schemeClr val="bg1"/>
                </a:solidFill>
              </a:rPr>
              <a:t>Gyakorló feladatok</a:t>
            </a:r>
            <a:br>
              <a:rPr lang="hu-HU" sz="3200" dirty="0">
                <a:solidFill>
                  <a:schemeClr val="bg1"/>
                </a:solidFill>
              </a:rPr>
            </a:br>
            <a:endParaRPr lang="hu-H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403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3B6207D3-CB33-3928-CC71-1BB428EF0E6A}"/>
              </a:ext>
            </a:extLst>
          </p:cNvPr>
          <p:cNvSpPr txBox="1"/>
          <p:nvPr/>
        </p:nvSpPr>
        <p:spPr>
          <a:xfrm>
            <a:off x="558801" y="851825"/>
            <a:ext cx="8309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A </a:t>
            </a:r>
            <a:r>
              <a:rPr lang="hu-HU" sz="1800" dirty="0">
                <a:latin typeface="Segoe UI Semilight"/>
              </a:rPr>
              <a:t>Tommy </a:t>
            </a:r>
            <a:r>
              <a:rPr lang="hu-HU" sz="1800" dirty="0" err="1">
                <a:latin typeface="Segoe UI Semilight"/>
              </a:rPr>
              <a:t>Hilfiger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 egy új üzem építését tervezi </a:t>
            </a:r>
            <a:r>
              <a:rPr kumimoji="0" lang="hu-HU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Kinában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. A beruházás 18 </a:t>
            </a:r>
            <a:r>
              <a:rPr lang="hu-HU" sz="1800" dirty="0">
                <a:latin typeface="Segoe UI Semilight"/>
              </a:rPr>
              <a:t>000 millió dollár 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kezdeti tőkekiadással jár. Az üzemi eszközöket 3 évig tervezik használni, utána maradványérték nélkül lineárisan nullára leírják. A gyár várhatóan </a:t>
            </a:r>
          </a:p>
          <a:p>
            <a:pPr lvl="0"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45 500 millió dollár </a:t>
            </a:r>
            <a:r>
              <a:rPr lang="hu-HU" sz="1800" dirty="0">
                <a:latin typeface="Segoe UI Semilight"/>
              </a:rPr>
              <a:t>értékesítési bevételt és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 22 500 millió </a:t>
            </a:r>
            <a:r>
              <a:rPr kumimoji="0" lang="hu-HU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dollá</a:t>
            </a:r>
            <a:r>
              <a:rPr lang="hu-HU" sz="1800" dirty="0">
                <a:latin typeface="Segoe UI Semilight"/>
              </a:rPr>
              <a:t>r költséget generál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. </a:t>
            </a:r>
          </a:p>
          <a:p>
            <a:pPr>
              <a:defRPr/>
            </a:pPr>
            <a:r>
              <a:rPr lang="hu-HU" sz="1800" dirty="0">
                <a:latin typeface="Segoe UI Semilight"/>
              </a:rPr>
              <a:t>Az adókulcs 10%. </a:t>
            </a:r>
            <a:endParaRPr kumimoji="0" lang="hu-H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cs typeface="Arial"/>
              <a:sym typeface="Arial"/>
              <a:rtl val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Mennyi az EBIT (kamat és adófizetés előtti eredmény)?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Mennyi működési cash flow?</a:t>
            </a:r>
          </a:p>
        </p:txBody>
      </p:sp>
      <p:sp>
        <p:nvSpPr>
          <p:cNvPr id="4" name="Cím 9">
            <a:extLst>
              <a:ext uri="{FF2B5EF4-FFF2-40B4-BE49-F238E27FC236}">
                <a16:creationId xmlns:a16="http://schemas.microsoft.com/office/drawing/2014/main" id="{0C625416-AB0F-2FC8-B605-D98F646A059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1. gyakorló feladat</a:t>
            </a:r>
          </a:p>
        </p:txBody>
      </p:sp>
    </p:spTree>
    <p:extLst>
      <p:ext uri="{BB962C8B-B14F-4D97-AF65-F5344CB8AC3E}">
        <p14:creationId xmlns:p14="http://schemas.microsoft.com/office/powerpoint/2010/main" val="3557480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58EB-802C-89B3-F5B1-C31B6C93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6923736D-BD29-E0D7-0818-CCF7C37FE7E7}"/>
              </a:ext>
            </a:extLst>
          </p:cNvPr>
          <p:cNvSpPr txBox="1"/>
          <p:nvPr/>
        </p:nvSpPr>
        <p:spPr>
          <a:xfrm>
            <a:off x="558801" y="851825"/>
            <a:ext cx="8309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A </a:t>
            </a:r>
            <a:r>
              <a:rPr lang="hu-HU" sz="1800" dirty="0">
                <a:latin typeface="Segoe UI Semilight"/>
              </a:rPr>
              <a:t>Tommy </a:t>
            </a:r>
            <a:r>
              <a:rPr lang="hu-HU" sz="1800" dirty="0" err="1">
                <a:latin typeface="Segoe UI Semilight"/>
              </a:rPr>
              <a:t>Hilfiger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 egy új üzem építését tervezi Kínában. A beruházás 18 </a:t>
            </a:r>
            <a:r>
              <a:rPr lang="hu-HU" sz="1800" dirty="0">
                <a:latin typeface="Segoe UI Semilight"/>
              </a:rPr>
              <a:t>000 millió dollár 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kezdeti tőkekiadással jár. Az üzemi eszközöket 3 évig tervezik használni, utána maradványérték nélkül lineárisan nullára leírják. A gyár várhatóan </a:t>
            </a:r>
          </a:p>
          <a:p>
            <a:pPr lvl="0"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45 500 millió dollár </a:t>
            </a:r>
            <a:r>
              <a:rPr lang="hu-HU" sz="1800" dirty="0">
                <a:latin typeface="Segoe UI Semilight"/>
              </a:rPr>
              <a:t>értékesítési bevételt és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 22 500 millió </a:t>
            </a:r>
            <a:r>
              <a:rPr kumimoji="0" lang="hu-HU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dollá</a:t>
            </a:r>
            <a:r>
              <a:rPr lang="hu-HU" sz="1800" dirty="0">
                <a:latin typeface="Segoe UI Semilight"/>
              </a:rPr>
              <a:t>r költséget generál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.</a:t>
            </a:r>
            <a:r>
              <a:rPr lang="hu-HU" sz="1800" dirty="0">
                <a:latin typeface="Segoe UI Semilight"/>
              </a:rPr>
              <a:t> Az adókulcs 10%.</a:t>
            </a: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Mennyi az EBIT (kamat és adófizetés előtti eredmény)?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cs typeface="Arial"/>
                <a:sym typeface="Arial"/>
                <a:rtl val="0"/>
              </a:rPr>
              <a:t>Mennyi működési cash flow?</a:t>
            </a:r>
          </a:p>
        </p:txBody>
      </p:sp>
      <p:sp>
        <p:nvSpPr>
          <p:cNvPr id="4" name="Cím 9">
            <a:extLst>
              <a:ext uri="{FF2B5EF4-FFF2-40B4-BE49-F238E27FC236}">
                <a16:creationId xmlns:a16="http://schemas.microsoft.com/office/drawing/2014/main" id="{53AFECD7-09C9-8A6A-A463-857ECBDF837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1. gyakorló feladat megoldása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03A5081D-9A58-5696-F038-93353719F2D9}"/>
              </a:ext>
            </a:extLst>
          </p:cNvPr>
          <p:cNvSpPr txBox="1"/>
          <p:nvPr/>
        </p:nvSpPr>
        <p:spPr>
          <a:xfrm>
            <a:off x="653143" y="2741464"/>
            <a:ext cx="5289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latin typeface="+mn-lt"/>
              </a:rPr>
              <a:t>a) 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EBIT= árbevétel – költségek - értékcsökkenés 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75A4CA1-EB5F-9774-63F6-ED12D4276FE6}"/>
              </a:ext>
            </a:extLst>
          </p:cNvPr>
          <p:cNvSpPr txBox="1"/>
          <p:nvPr/>
        </p:nvSpPr>
        <p:spPr>
          <a:xfrm>
            <a:off x="928914" y="3110796"/>
            <a:ext cx="4383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EBIT = 45 500 - 22 500 - 18 000/3 = 17 000  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9A13E31B-E355-FD0A-67C5-F22D22A0DBBB}"/>
              </a:ext>
            </a:extLst>
          </p:cNvPr>
          <p:cNvSpPr txBox="1"/>
          <p:nvPr/>
        </p:nvSpPr>
        <p:spPr>
          <a:xfrm>
            <a:off x="653143" y="3523108"/>
            <a:ext cx="668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chemeClr val="tx1"/>
                </a:solidFill>
                <a:latin typeface="+mn-lt"/>
              </a:rPr>
              <a:t>b)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Működési cash flow (OCF) = EBIT + értékcsökkenés - adók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671650B-CACF-260D-A192-5A478F8F61AF}"/>
              </a:ext>
            </a:extLst>
          </p:cNvPr>
          <p:cNvSpPr txBox="1"/>
          <p:nvPr/>
        </p:nvSpPr>
        <p:spPr>
          <a:xfrm>
            <a:off x="1015999" y="3939846"/>
            <a:ext cx="766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OCF = 17 000 + (18 000/3) – (17 000*0,1) = 17 000+ 6 000 – 1 700 = 21 300 </a:t>
            </a:r>
          </a:p>
        </p:txBody>
      </p:sp>
    </p:spTree>
    <p:extLst>
      <p:ext uri="{BB962C8B-B14F-4D97-AF65-F5344CB8AC3E}">
        <p14:creationId xmlns:p14="http://schemas.microsoft.com/office/powerpoint/2010/main" val="941824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0B526-4A59-338D-DB1E-62A76C3B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9">
            <a:extLst>
              <a:ext uri="{FF2B5EF4-FFF2-40B4-BE49-F238E27FC236}">
                <a16:creationId xmlns:a16="http://schemas.microsoft.com/office/drawing/2014/main" id="{3ED4A04E-652E-8255-12F8-B39827E643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2. gyakorló feladat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960FDD3B-8C85-3098-4E46-6CC0273D6161}"/>
              </a:ext>
            </a:extLst>
          </p:cNvPr>
          <p:cNvSpPr txBox="1"/>
          <p:nvPr/>
        </p:nvSpPr>
        <p:spPr>
          <a:xfrm>
            <a:off x="268512" y="650156"/>
            <a:ext cx="85053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latin typeface="+mn-lt"/>
              </a:rPr>
              <a:t>Egy tejipari kisvállalkozás új hőkezelési rendszer vásárlását tervezi. A gépsor 20 000 000 forintba kerül, és évi 5% értékcsökkenést lehet rá elszámolni.</a:t>
            </a:r>
          </a:p>
          <a:p>
            <a:r>
              <a:rPr lang="hu-HU" sz="1800" dirty="0">
                <a:latin typeface="+mn-lt"/>
              </a:rPr>
              <a:t>Az új gépsorral évente 12 000 db proteines italt tudnak eladni a tervek szerint. A termék eladási ára 500 Ft/db a gyártási költsége 200 Ft/db. Az adókulcs 10%.</a:t>
            </a:r>
          </a:p>
          <a:p>
            <a:pPr lvl="0">
              <a:defRPr/>
            </a:pPr>
            <a:r>
              <a:rPr lang="hu-HU" sz="1800" dirty="0">
                <a:latin typeface="+mn-lt"/>
                <a:cs typeface="Times New Roman" pitchFamily="18" charset="0"/>
              </a:rPr>
              <a:t>a) Mennyi lesz a működési cash flow </a:t>
            </a:r>
            <a:r>
              <a:rPr lang="hu-HU" sz="1800" dirty="0" err="1">
                <a:latin typeface="+mn-lt"/>
                <a:cs typeface="Times New Roman" pitchFamily="18" charset="0"/>
              </a:rPr>
              <a:t>bottom-up</a:t>
            </a:r>
            <a:r>
              <a:rPr lang="hu-HU" sz="1800" dirty="0">
                <a:latin typeface="+mn-lt"/>
                <a:cs typeface="Times New Roman" pitchFamily="18" charset="0"/>
              </a:rPr>
              <a:t> megközelítéssel?</a:t>
            </a:r>
          </a:p>
          <a:p>
            <a:pPr lvl="0">
              <a:defRPr/>
            </a:pPr>
            <a:r>
              <a:rPr lang="hu-HU" sz="1800" dirty="0">
                <a:latin typeface="+mn-lt"/>
                <a:cs typeface="Times New Roman" pitchFamily="18" charset="0"/>
              </a:rPr>
              <a:t>b) Mennyi lesz a működési cash flow top-down megközelítéssel?</a:t>
            </a:r>
          </a:p>
          <a:p>
            <a:pPr lvl="0">
              <a:defRPr/>
            </a:pPr>
            <a:r>
              <a:rPr lang="hu-HU" sz="1800" dirty="0">
                <a:latin typeface="+mn-lt"/>
                <a:cs typeface="Times New Roman" pitchFamily="18" charset="0"/>
              </a:rPr>
              <a:t>c) Mennyi lesz a működési cash flow adópajzs megközelítéssel?</a:t>
            </a:r>
          </a:p>
        </p:txBody>
      </p:sp>
    </p:spTree>
    <p:extLst>
      <p:ext uri="{BB962C8B-B14F-4D97-AF65-F5344CB8AC3E}">
        <p14:creationId xmlns:p14="http://schemas.microsoft.com/office/powerpoint/2010/main" val="2315563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461D-8566-AE09-A6BC-E85E0396D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9">
            <a:extLst>
              <a:ext uri="{FF2B5EF4-FFF2-40B4-BE49-F238E27FC236}">
                <a16:creationId xmlns:a16="http://schemas.microsoft.com/office/drawing/2014/main" id="{F30EA76B-BB95-B082-945D-746EEE0863F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2. gyakorló feladat megoldása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09E054FF-D2A7-FB9F-0E57-E5F47389FDB1}"/>
              </a:ext>
            </a:extLst>
          </p:cNvPr>
          <p:cNvSpPr txBox="1"/>
          <p:nvPr/>
        </p:nvSpPr>
        <p:spPr>
          <a:xfrm>
            <a:off x="130623" y="684871"/>
            <a:ext cx="47098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+mn-lt"/>
              </a:rPr>
              <a:t>Egy tejipari kisvállalkozás új hőkezelési rendszer vásárlását tervezi. A gépsor 20 000 000 forintba kerül, és évi 5% értékcsökkenést lehet rá elszámolni.</a:t>
            </a:r>
          </a:p>
          <a:p>
            <a:r>
              <a:rPr lang="hu-HU" sz="1600" dirty="0">
                <a:latin typeface="+mn-lt"/>
              </a:rPr>
              <a:t>Az új gépsorral évente 12 000 db proteines italt tudnak eladni a tervek szerint. A termék eladási ára 500 Ft/db a gyártási költsége 200 Ft/db. Az adókulcs 10%.</a:t>
            </a:r>
          </a:p>
          <a:p>
            <a:pPr lvl="0">
              <a:defRPr/>
            </a:pPr>
            <a:r>
              <a:rPr lang="hu-HU" sz="1600" dirty="0">
                <a:latin typeface="+mn-lt"/>
                <a:cs typeface="Times New Roman" pitchFamily="18" charset="0"/>
              </a:rPr>
              <a:t>a) Mennyi lesz a működési cash flow </a:t>
            </a:r>
            <a:r>
              <a:rPr lang="hu-HU" sz="1600" u="sng" dirty="0" err="1">
                <a:latin typeface="+mn-lt"/>
                <a:cs typeface="Times New Roman" pitchFamily="18" charset="0"/>
              </a:rPr>
              <a:t>bottom-up</a:t>
            </a:r>
            <a:r>
              <a:rPr lang="hu-HU" sz="1600" dirty="0">
                <a:latin typeface="+mn-lt"/>
                <a:cs typeface="Times New Roman" pitchFamily="18" charset="0"/>
              </a:rPr>
              <a:t> megközelítéssel?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89F63A17-3DD2-7654-6346-2D7F030E2EC2}"/>
              </a:ext>
            </a:extLst>
          </p:cNvPr>
          <p:cNvSpPr txBox="1"/>
          <p:nvPr/>
        </p:nvSpPr>
        <p:spPr>
          <a:xfrm>
            <a:off x="246740" y="3313506"/>
            <a:ext cx="447765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C00000"/>
                </a:solidFill>
                <a:latin typeface="+mn-lt"/>
              </a:rPr>
              <a:t>OCF= adózott eredmény + értékcsökkenés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D31EE00B-96F7-C8E2-4814-0A964DBD97F0}"/>
              </a:ext>
            </a:extLst>
          </p:cNvPr>
          <p:cNvSpPr txBox="1"/>
          <p:nvPr/>
        </p:nvSpPr>
        <p:spPr>
          <a:xfrm>
            <a:off x="4724397" y="3333477"/>
            <a:ext cx="387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0070C0"/>
                </a:solidFill>
                <a:latin typeface="+mn-lt"/>
              </a:rPr>
              <a:t>= 2 340 + 1 000 000 = 3 340 000</a:t>
            </a:r>
          </a:p>
        </p:txBody>
      </p:sp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EBDC2871-1A08-1C44-7758-BD38D8219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788299"/>
              </p:ext>
            </p:extLst>
          </p:nvPr>
        </p:nvGraphicFramePr>
        <p:xfrm>
          <a:off x="4956629" y="802986"/>
          <a:ext cx="3722915" cy="1557936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25485">
                  <a:extLst>
                    <a:ext uri="{9D8B030D-6E8A-4147-A177-3AD203B41FA5}">
                      <a16:colId xmlns:a16="http://schemas.microsoft.com/office/drawing/2014/main" val="2562806546"/>
                    </a:ext>
                  </a:extLst>
                </a:gridCol>
                <a:gridCol w="1197430">
                  <a:extLst>
                    <a:ext uri="{9D8B030D-6E8A-4147-A177-3AD203B41FA5}">
                      <a16:colId xmlns:a16="http://schemas.microsoft.com/office/drawing/2014/main" val="3644755901"/>
                    </a:ext>
                  </a:extLst>
                </a:gridCol>
              </a:tblGrid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1) Árbevétel = 12000*500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>
                          <a:solidFill>
                            <a:srgbClr val="0070C0"/>
                          </a:solidFill>
                          <a:effectLst/>
                        </a:rPr>
                        <a:t>   6 000 000 </a:t>
                      </a:r>
                      <a:endParaRPr lang="hu-HU" sz="16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5608595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2) Működési költség = 12000*500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2 400 000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6333706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3) Értékcsökkenés</a:t>
                      </a:r>
                    </a:p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= 20 000 000*0,05=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1 000 000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5598964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4) EBIT=1-2-3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2 600 000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7194083"/>
                  </a:ext>
                </a:extLst>
              </a:tr>
            </a:tbl>
          </a:graphicData>
        </a:graphic>
      </p:graphicFrame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2E533922-2F9D-17CA-9435-C76980DB5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947714"/>
              </p:ext>
            </p:extLst>
          </p:nvPr>
        </p:nvGraphicFramePr>
        <p:xfrm>
          <a:off x="4956629" y="2401453"/>
          <a:ext cx="3722915" cy="25146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10971">
                  <a:extLst>
                    <a:ext uri="{9D8B030D-6E8A-4147-A177-3AD203B41FA5}">
                      <a16:colId xmlns:a16="http://schemas.microsoft.com/office/drawing/2014/main" val="1262212728"/>
                    </a:ext>
                  </a:extLst>
                </a:gridCol>
                <a:gridCol w="1211944">
                  <a:extLst>
                    <a:ext uri="{9D8B030D-6E8A-4147-A177-3AD203B41FA5}">
                      <a16:colId xmlns:a16="http://schemas.microsoft.com/office/drawing/2014/main" val="309980844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5) Adó= 4 * (0,1)=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  260 000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4485162"/>
                  </a:ext>
                </a:extLst>
              </a:tr>
            </a:tbl>
          </a:graphicData>
        </a:graphic>
      </p:graphicFrame>
      <p:graphicFrame>
        <p:nvGraphicFramePr>
          <p:cNvPr id="13" name="Táblázat 12">
            <a:extLst>
              <a:ext uri="{FF2B5EF4-FFF2-40B4-BE49-F238E27FC236}">
                <a16:creationId xmlns:a16="http://schemas.microsoft.com/office/drawing/2014/main" id="{3F7B8A7F-129C-89A2-0CC6-178314E19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59551"/>
              </p:ext>
            </p:extLst>
          </p:nvPr>
        </p:nvGraphicFramePr>
        <p:xfrm>
          <a:off x="4956629" y="2693444"/>
          <a:ext cx="3722915" cy="25146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10971">
                  <a:extLst>
                    <a:ext uri="{9D8B030D-6E8A-4147-A177-3AD203B41FA5}">
                      <a16:colId xmlns:a16="http://schemas.microsoft.com/office/drawing/2014/main" val="1262212728"/>
                    </a:ext>
                  </a:extLst>
                </a:gridCol>
                <a:gridCol w="1211944">
                  <a:extLst>
                    <a:ext uri="{9D8B030D-6E8A-4147-A177-3AD203B41FA5}">
                      <a16:colId xmlns:a16="http://schemas.microsoft.com/office/drawing/2014/main" val="3099808443"/>
                    </a:ext>
                  </a:extLst>
                </a:gridCol>
              </a:tblGrid>
              <a:tr h="2511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Adózott eredmény=4-5=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  2 340 000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4485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30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1599-3757-EB71-2597-15635E7D5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9">
            <a:extLst>
              <a:ext uri="{FF2B5EF4-FFF2-40B4-BE49-F238E27FC236}">
                <a16:creationId xmlns:a16="http://schemas.microsoft.com/office/drawing/2014/main" id="{19E30416-CB1B-14A5-27C4-5A7FA803599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2. gyakorló feladat megoldása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EB8EA46F-C6DF-224D-0856-CFDBE8A7E716}"/>
              </a:ext>
            </a:extLst>
          </p:cNvPr>
          <p:cNvSpPr txBox="1"/>
          <p:nvPr/>
        </p:nvSpPr>
        <p:spPr>
          <a:xfrm>
            <a:off x="130623" y="684871"/>
            <a:ext cx="47098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+mn-lt"/>
              </a:rPr>
              <a:t>Egy tejipari kisvállalkozás új hőkezelési rendszer vásárlását tervezi. A gépsor 20 000 000 forintba kerül, és évi 5% értékcsökkenést lehet rá elszámolni.</a:t>
            </a:r>
          </a:p>
          <a:p>
            <a:r>
              <a:rPr lang="hu-HU" sz="1600" dirty="0">
                <a:latin typeface="+mn-lt"/>
              </a:rPr>
              <a:t>Az új gépsorral évente 12 000 db proteines italt tudnak eladni a tervek szerint. A termék eladási ára 500 Ft/db a gyártási költsége 200 Ft/db. Az adókulcs 10%.</a:t>
            </a:r>
          </a:p>
          <a:p>
            <a:pPr lvl="0">
              <a:defRPr/>
            </a:pPr>
            <a:r>
              <a:rPr lang="hu-HU" sz="1600" dirty="0">
                <a:latin typeface="+mn-lt"/>
                <a:cs typeface="Times New Roman" pitchFamily="18" charset="0"/>
              </a:rPr>
              <a:t>a) Mennyi lesz a működési cash flow </a:t>
            </a:r>
            <a:r>
              <a:rPr lang="hu-HU" sz="1600" u="sng" dirty="0" err="1">
                <a:latin typeface="+mn-lt"/>
                <a:cs typeface="Times New Roman" pitchFamily="18" charset="0"/>
              </a:rPr>
              <a:t>bottom-up</a:t>
            </a:r>
            <a:r>
              <a:rPr lang="hu-HU" sz="1600" dirty="0">
                <a:latin typeface="+mn-lt"/>
                <a:cs typeface="Times New Roman" pitchFamily="18" charset="0"/>
              </a:rPr>
              <a:t> megközelítéssel?</a:t>
            </a:r>
          </a:p>
        </p:txBody>
      </p:sp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ADCD3F1C-C630-A8FB-3F09-86AC2A3D9CD0}"/>
              </a:ext>
            </a:extLst>
          </p:cNvPr>
          <p:cNvGraphicFramePr>
            <a:graphicFrameLocks noGrp="1"/>
          </p:cNvGraphicFramePr>
          <p:nvPr/>
        </p:nvGraphicFramePr>
        <p:xfrm>
          <a:off x="4956629" y="802986"/>
          <a:ext cx="3722915" cy="1557936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25485">
                  <a:extLst>
                    <a:ext uri="{9D8B030D-6E8A-4147-A177-3AD203B41FA5}">
                      <a16:colId xmlns:a16="http://schemas.microsoft.com/office/drawing/2014/main" val="2562806546"/>
                    </a:ext>
                  </a:extLst>
                </a:gridCol>
                <a:gridCol w="1197430">
                  <a:extLst>
                    <a:ext uri="{9D8B030D-6E8A-4147-A177-3AD203B41FA5}">
                      <a16:colId xmlns:a16="http://schemas.microsoft.com/office/drawing/2014/main" val="3644755901"/>
                    </a:ext>
                  </a:extLst>
                </a:gridCol>
              </a:tblGrid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1) Árbevétel = 12000*500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>
                          <a:solidFill>
                            <a:srgbClr val="0070C0"/>
                          </a:solidFill>
                          <a:effectLst/>
                        </a:rPr>
                        <a:t>   6 000 000 </a:t>
                      </a:r>
                      <a:endParaRPr lang="hu-HU" sz="16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5608595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2) Működési költség = 12000*500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2 400 000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6333706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3) Értékcsökkenés</a:t>
                      </a:r>
                    </a:p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= 20 000 000*0,05=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1 000 000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5598964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4) EBIT=1-2-3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2 600 000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7194083"/>
                  </a:ext>
                </a:extLst>
              </a:tr>
            </a:tbl>
          </a:graphicData>
        </a:graphic>
      </p:graphicFrame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375987DF-6C90-27C4-C32B-74DC755AB776}"/>
              </a:ext>
            </a:extLst>
          </p:cNvPr>
          <p:cNvGraphicFramePr>
            <a:graphicFrameLocks noGrp="1"/>
          </p:cNvGraphicFramePr>
          <p:nvPr/>
        </p:nvGraphicFramePr>
        <p:xfrm>
          <a:off x="4956629" y="2401453"/>
          <a:ext cx="3722915" cy="25146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10971">
                  <a:extLst>
                    <a:ext uri="{9D8B030D-6E8A-4147-A177-3AD203B41FA5}">
                      <a16:colId xmlns:a16="http://schemas.microsoft.com/office/drawing/2014/main" val="1262212728"/>
                    </a:ext>
                  </a:extLst>
                </a:gridCol>
                <a:gridCol w="1211944">
                  <a:extLst>
                    <a:ext uri="{9D8B030D-6E8A-4147-A177-3AD203B41FA5}">
                      <a16:colId xmlns:a16="http://schemas.microsoft.com/office/drawing/2014/main" val="309980844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5) Adó= 4 * (0,1)=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  260 000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4485162"/>
                  </a:ext>
                </a:extLst>
              </a:tr>
            </a:tbl>
          </a:graphicData>
        </a:graphic>
      </p:graphicFrame>
      <p:graphicFrame>
        <p:nvGraphicFramePr>
          <p:cNvPr id="13" name="Táblázat 12">
            <a:extLst>
              <a:ext uri="{FF2B5EF4-FFF2-40B4-BE49-F238E27FC236}">
                <a16:creationId xmlns:a16="http://schemas.microsoft.com/office/drawing/2014/main" id="{3B11D726-6FE2-CF5A-FA53-85C7E0DB0A12}"/>
              </a:ext>
            </a:extLst>
          </p:cNvPr>
          <p:cNvGraphicFramePr>
            <a:graphicFrameLocks noGrp="1"/>
          </p:cNvGraphicFramePr>
          <p:nvPr/>
        </p:nvGraphicFramePr>
        <p:xfrm>
          <a:off x="4956629" y="2693444"/>
          <a:ext cx="3722915" cy="25146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10971">
                  <a:extLst>
                    <a:ext uri="{9D8B030D-6E8A-4147-A177-3AD203B41FA5}">
                      <a16:colId xmlns:a16="http://schemas.microsoft.com/office/drawing/2014/main" val="1262212728"/>
                    </a:ext>
                  </a:extLst>
                </a:gridCol>
                <a:gridCol w="1211944">
                  <a:extLst>
                    <a:ext uri="{9D8B030D-6E8A-4147-A177-3AD203B41FA5}">
                      <a16:colId xmlns:a16="http://schemas.microsoft.com/office/drawing/2014/main" val="3099808443"/>
                    </a:ext>
                  </a:extLst>
                </a:gridCol>
              </a:tblGrid>
              <a:tr h="2511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Adózott eredmény=4-5=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  2 340 000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4485162"/>
                  </a:ext>
                </a:extLst>
              </a:tr>
            </a:tbl>
          </a:graphicData>
        </a:graphic>
      </p:graphicFrame>
      <p:sp>
        <p:nvSpPr>
          <p:cNvPr id="3" name="Szövegdoboz 2">
            <a:extLst>
              <a:ext uri="{FF2B5EF4-FFF2-40B4-BE49-F238E27FC236}">
                <a16:creationId xmlns:a16="http://schemas.microsoft.com/office/drawing/2014/main" id="{C3F8C218-F7B0-51F1-87E9-D5FC1CE27A9B}"/>
              </a:ext>
            </a:extLst>
          </p:cNvPr>
          <p:cNvSpPr txBox="1"/>
          <p:nvPr/>
        </p:nvSpPr>
        <p:spPr>
          <a:xfrm>
            <a:off x="442686" y="3333477"/>
            <a:ext cx="373742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C00000"/>
                </a:solidFill>
                <a:latin typeface="+mn-lt"/>
              </a:rPr>
              <a:t>OCF = árbevétel – költségek - adók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FEB80A6-BDA9-D121-61F7-44FC03073548}"/>
              </a:ext>
            </a:extLst>
          </p:cNvPr>
          <p:cNvSpPr txBox="1"/>
          <p:nvPr/>
        </p:nvSpPr>
        <p:spPr>
          <a:xfrm>
            <a:off x="377370" y="3702809"/>
            <a:ext cx="5762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0070C0"/>
                </a:solidFill>
                <a:latin typeface="+mn-lt"/>
              </a:rPr>
              <a:t>OCF = 6 000 000 - 2 400 000 </a:t>
            </a:r>
            <a:r>
              <a:rPr lang="hu-HU" sz="1800" dirty="0">
                <a:solidFill>
                  <a:srgbClr val="0070C0"/>
                </a:solidFill>
              </a:rPr>
              <a:t>- 260 000 </a:t>
            </a:r>
            <a:r>
              <a:rPr lang="hu-HU" sz="1800" b="1" dirty="0">
                <a:solidFill>
                  <a:srgbClr val="0070C0"/>
                </a:solidFill>
                <a:latin typeface="+mn-lt"/>
              </a:rPr>
              <a:t>= 3 340 000</a:t>
            </a:r>
          </a:p>
        </p:txBody>
      </p:sp>
    </p:spTree>
    <p:extLst>
      <p:ext uri="{BB962C8B-B14F-4D97-AF65-F5344CB8AC3E}">
        <p14:creationId xmlns:p14="http://schemas.microsoft.com/office/powerpoint/2010/main" val="60286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5068-4CF9-D49A-53D6-A8C3ACC7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9">
            <a:extLst>
              <a:ext uri="{FF2B5EF4-FFF2-40B4-BE49-F238E27FC236}">
                <a16:creationId xmlns:a16="http://schemas.microsoft.com/office/drawing/2014/main" id="{E646E78F-6EF3-6F7F-3F3E-268E1DB2FAD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2. gyakorló feladat megoldása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98F32D3-17C5-7D76-5587-C5F0468C8E43}"/>
              </a:ext>
            </a:extLst>
          </p:cNvPr>
          <p:cNvSpPr txBox="1"/>
          <p:nvPr/>
        </p:nvSpPr>
        <p:spPr>
          <a:xfrm>
            <a:off x="195940" y="719571"/>
            <a:ext cx="47098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+mn-lt"/>
              </a:rPr>
              <a:t>Egy tejipari kisvállalkozás új hőkezelési rendszer vásárlását tervezi. A gépsor 20 000 000 forintba kerül, és évi 5% értékcsökkenést lehet rá elszámolni.</a:t>
            </a:r>
          </a:p>
          <a:p>
            <a:r>
              <a:rPr lang="hu-HU" sz="1600" dirty="0">
                <a:latin typeface="+mn-lt"/>
              </a:rPr>
              <a:t>Az új gépsorral évente 12 000 db proteines italt tudnak eladni a tervek szerint. A termék eladási ára 500 Ft/db a gyártási költsége 200 Ft/db. Az adókulcs 10%.</a:t>
            </a:r>
          </a:p>
          <a:p>
            <a:pPr lvl="0">
              <a:defRPr/>
            </a:pPr>
            <a:r>
              <a:rPr lang="hu-HU" sz="1600" dirty="0">
                <a:latin typeface="+mn-lt"/>
                <a:cs typeface="Times New Roman" pitchFamily="18" charset="0"/>
              </a:rPr>
              <a:t>c) Mennyi lesz a működési cash flow </a:t>
            </a:r>
            <a:r>
              <a:rPr lang="hu-HU" sz="1600" u="sng" dirty="0">
                <a:latin typeface="+mn-lt"/>
                <a:cs typeface="Times New Roman" pitchFamily="18" charset="0"/>
              </a:rPr>
              <a:t>adópajzs</a:t>
            </a:r>
            <a:r>
              <a:rPr lang="hu-HU" sz="1600" dirty="0">
                <a:latin typeface="+mn-lt"/>
                <a:cs typeface="Times New Roman" pitchFamily="18" charset="0"/>
              </a:rPr>
              <a:t> megközelítéssel?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080975A9-8C85-8174-4AC6-86268FCC97F1}"/>
              </a:ext>
            </a:extLst>
          </p:cNvPr>
          <p:cNvSpPr txBox="1"/>
          <p:nvPr/>
        </p:nvSpPr>
        <p:spPr>
          <a:xfrm>
            <a:off x="377370" y="3702809"/>
            <a:ext cx="7532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0070C0"/>
                </a:solidFill>
                <a:latin typeface="+mn-lt"/>
              </a:rPr>
              <a:t>OCF = (6 000 000 - 2 400 000) </a:t>
            </a:r>
            <a:r>
              <a:rPr lang="hu-HU" sz="1800" dirty="0">
                <a:solidFill>
                  <a:srgbClr val="0070C0"/>
                </a:solidFill>
                <a:latin typeface="+mn-lt"/>
              </a:rPr>
              <a:t>×</a:t>
            </a:r>
            <a:r>
              <a:rPr lang="hu-HU" sz="1800" b="1" dirty="0">
                <a:solidFill>
                  <a:srgbClr val="0070C0"/>
                </a:solidFill>
                <a:latin typeface="+mn-lt"/>
              </a:rPr>
              <a:t> (1-0,1) +</a:t>
            </a:r>
            <a:r>
              <a:rPr lang="hu-HU" sz="1800" dirty="0">
                <a:solidFill>
                  <a:srgbClr val="0070C0"/>
                </a:solidFill>
              </a:rPr>
              <a:t>1 000 000 × 0,1 </a:t>
            </a:r>
            <a:r>
              <a:rPr lang="hu-HU" sz="1800" b="1" dirty="0">
                <a:solidFill>
                  <a:srgbClr val="0070C0"/>
                </a:solidFill>
                <a:latin typeface="+mn-lt"/>
              </a:rPr>
              <a:t>= 3 340 000</a:t>
            </a:r>
          </a:p>
        </p:txBody>
      </p:sp>
      <p:graphicFrame>
        <p:nvGraphicFramePr>
          <p:cNvPr id="11" name="Táblázat 10">
            <a:extLst>
              <a:ext uri="{FF2B5EF4-FFF2-40B4-BE49-F238E27FC236}">
                <a16:creationId xmlns:a16="http://schemas.microsoft.com/office/drawing/2014/main" id="{0C313141-AB66-E6A5-4896-2EC4B7C66056}"/>
              </a:ext>
            </a:extLst>
          </p:cNvPr>
          <p:cNvGraphicFramePr>
            <a:graphicFrameLocks noGrp="1"/>
          </p:cNvGraphicFramePr>
          <p:nvPr/>
        </p:nvGraphicFramePr>
        <p:xfrm>
          <a:off x="4956629" y="802986"/>
          <a:ext cx="3722915" cy="1557936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25485">
                  <a:extLst>
                    <a:ext uri="{9D8B030D-6E8A-4147-A177-3AD203B41FA5}">
                      <a16:colId xmlns:a16="http://schemas.microsoft.com/office/drawing/2014/main" val="2562806546"/>
                    </a:ext>
                  </a:extLst>
                </a:gridCol>
                <a:gridCol w="1197430">
                  <a:extLst>
                    <a:ext uri="{9D8B030D-6E8A-4147-A177-3AD203B41FA5}">
                      <a16:colId xmlns:a16="http://schemas.microsoft.com/office/drawing/2014/main" val="3644755901"/>
                    </a:ext>
                  </a:extLst>
                </a:gridCol>
              </a:tblGrid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Árbevétel = 12000*500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>
                          <a:solidFill>
                            <a:srgbClr val="0070C0"/>
                          </a:solidFill>
                          <a:effectLst/>
                        </a:rPr>
                        <a:t>   6 000 000 </a:t>
                      </a:r>
                      <a:endParaRPr lang="hu-HU" sz="16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5608595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Működési költség = 12000*500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-2 400 000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6333706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Értékcsökkenés</a:t>
                      </a:r>
                    </a:p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= 20 000 000*0,05=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- 1 000 000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5598964"/>
                  </a:ext>
                </a:extLst>
              </a:tr>
              <a:tr h="2836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EBIT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2 600 000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7194083"/>
                  </a:ext>
                </a:extLst>
              </a:tr>
            </a:tbl>
          </a:graphicData>
        </a:graphic>
      </p:graphicFrame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168F91CD-CC18-3AC8-EEAC-1791E3372094}"/>
              </a:ext>
            </a:extLst>
          </p:cNvPr>
          <p:cNvGraphicFramePr>
            <a:graphicFrameLocks noGrp="1"/>
          </p:cNvGraphicFramePr>
          <p:nvPr/>
        </p:nvGraphicFramePr>
        <p:xfrm>
          <a:off x="4956629" y="2401453"/>
          <a:ext cx="3722915" cy="25146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10971">
                  <a:extLst>
                    <a:ext uri="{9D8B030D-6E8A-4147-A177-3AD203B41FA5}">
                      <a16:colId xmlns:a16="http://schemas.microsoft.com/office/drawing/2014/main" val="1262212728"/>
                    </a:ext>
                  </a:extLst>
                </a:gridCol>
                <a:gridCol w="1211944">
                  <a:extLst>
                    <a:ext uri="{9D8B030D-6E8A-4147-A177-3AD203B41FA5}">
                      <a16:colId xmlns:a16="http://schemas.microsoft.com/office/drawing/2014/main" val="309980844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Adó (10%)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  -260 000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4485162"/>
                  </a:ext>
                </a:extLst>
              </a:tr>
            </a:tbl>
          </a:graphicData>
        </a:graphic>
      </p:graphicFrame>
      <p:graphicFrame>
        <p:nvGraphicFramePr>
          <p:cNvPr id="13" name="Táblázat 12">
            <a:extLst>
              <a:ext uri="{FF2B5EF4-FFF2-40B4-BE49-F238E27FC236}">
                <a16:creationId xmlns:a16="http://schemas.microsoft.com/office/drawing/2014/main" id="{24B3F2F6-3FEE-6CE9-33FE-3FD825FC2942}"/>
              </a:ext>
            </a:extLst>
          </p:cNvPr>
          <p:cNvGraphicFramePr>
            <a:graphicFrameLocks noGrp="1"/>
          </p:cNvGraphicFramePr>
          <p:nvPr/>
        </p:nvGraphicFramePr>
        <p:xfrm>
          <a:off x="4956629" y="2693444"/>
          <a:ext cx="3722915" cy="251460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510971">
                  <a:extLst>
                    <a:ext uri="{9D8B030D-6E8A-4147-A177-3AD203B41FA5}">
                      <a16:colId xmlns:a16="http://schemas.microsoft.com/office/drawing/2014/main" val="1262212728"/>
                    </a:ext>
                  </a:extLst>
                </a:gridCol>
                <a:gridCol w="1211944">
                  <a:extLst>
                    <a:ext uri="{9D8B030D-6E8A-4147-A177-3AD203B41FA5}">
                      <a16:colId xmlns:a16="http://schemas.microsoft.com/office/drawing/2014/main" val="3099808443"/>
                    </a:ext>
                  </a:extLst>
                </a:gridCol>
              </a:tblGrid>
              <a:tr h="2511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Adózott eredmény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     2 340 000 </a:t>
                      </a:r>
                      <a:endParaRPr lang="hu-HU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4485162"/>
                  </a:ext>
                </a:extLst>
              </a:tr>
            </a:tbl>
          </a:graphicData>
        </a:graphic>
      </p:graphicFrame>
      <p:sp>
        <p:nvSpPr>
          <p:cNvPr id="5" name="Szövegdoboz 4">
            <a:extLst>
              <a:ext uri="{FF2B5EF4-FFF2-40B4-BE49-F238E27FC236}">
                <a16:creationId xmlns:a16="http://schemas.microsoft.com/office/drawing/2014/main" id="{38601E28-6266-F297-2CB0-B6FF3286761B}"/>
              </a:ext>
            </a:extLst>
          </p:cNvPr>
          <p:cNvSpPr txBox="1"/>
          <p:nvPr/>
        </p:nvSpPr>
        <p:spPr>
          <a:xfrm>
            <a:off x="402772" y="3250486"/>
            <a:ext cx="6415314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b="1" dirty="0">
                <a:solidFill>
                  <a:srgbClr val="C00000"/>
                </a:solidFill>
                <a:latin typeface="+mn-lt"/>
              </a:rPr>
              <a:t>OCF</a:t>
            </a:r>
            <a:r>
              <a:rPr lang="hu-HU" sz="1800" b="1" spc="-35" dirty="0">
                <a:latin typeface="+mn-lt"/>
              </a:rPr>
              <a:t> </a:t>
            </a:r>
            <a:r>
              <a:rPr lang="hu-HU" sz="1800" b="1" dirty="0">
                <a:solidFill>
                  <a:srgbClr val="C00000"/>
                </a:solidFill>
                <a:latin typeface="+mn-lt"/>
              </a:rPr>
              <a:t>=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spc="-25" dirty="0">
                <a:solidFill>
                  <a:srgbClr val="C00000"/>
                </a:solidFill>
                <a:latin typeface="+mn-lt"/>
              </a:rPr>
              <a:t>(árbevétel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−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spc="-20" dirty="0">
                <a:solidFill>
                  <a:srgbClr val="C00000"/>
                </a:solidFill>
                <a:latin typeface="+mn-lt"/>
              </a:rPr>
              <a:t>költségek)</a:t>
            </a:r>
            <a:r>
              <a:rPr lang="hu-HU" sz="1800" spc="-35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×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spc="-20" dirty="0">
                <a:solidFill>
                  <a:srgbClr val="C00000"/>
                </a:solidFill>
                <a:latin typeface="+mn-lt"/>
              </a:rPr>
              <a:t>(1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−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i="1" dirty="0">
                <a:solidFill>
                  <a:srgbClr val="C00000"/>
                </a:solidFill>
                <a:latin typeface="+mn-lt"/>
              </a:rPr>
              <a:t>T</a:t>
            </a:r>
            <a:r>
              <a:rPr lang="hu-HU" sz="1800" i="1" baseline="-31746" dirty="0">
                <a:solidFill>
                  <a:srgbClr val="C00000"/>
                </a:solidFill>
                <a:latin typeface="+mn-lt"/>
              </a:rPr>
              <a:t>C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)</a:t>
            </a:r>
            <a:r>
              <a:rPr lang="hu-HU" sz="1800" spc="-35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+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spc="-10" dirty="0">
                <a:solidFill>
                  <a:srgbClr val="C00000"/>
                </a:solidFill>
                <a:latin typeface="+mn-lt"/>
              </a:rPr>
              <a:t>értékcsökkenés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dirty="0">
                <a:solidFill>
                  <a:srgbClr val="C00000"/>
                </a:solidFill>
                <a:latin typeface="+mn-lt"/>
              </a:rPr>
              <a:t>×</a:t>
            </a:r>
            <a:r>
              <a:rPr lang="hu-HU" sz="1800" spc="-30" dirty="0">
                <a:solidFill>
                  <a:srgbClr val="C00000"/>
                </a:solidFill>
                <a:latin typeface="+mn-lt"/>
              </a:rPr>
              <a:t> </a:t>
            </a:r>
            <a:r>
              <a:rPr lang="hu-HU" sz="1800" i="1" spc="-25" dirty="0">
                <a:solidFill>
                  <a:srgbClr val="C00000"/>
                </a:solidFill>
                <a:latin typeface="+mn-lt"/>
              </a:rPr>
              <a:t>T</a:t>
            </a:r>
            <a:r>
              <a:rPr lang="hu-HU" sz="1800" i="1" spc="-37" baseline="-31746" dirty="0">
                <a:solidFill>
                  <a:srgbClr val="C00000"/>
                </a:solidFill>
                <a:latin typeface="+mn-lt"/>
              </a:rPr>
              <a:t>C </a:t>
            </a:r>
          </a:p>
        </p:txBody>
      </p:sp>
    </p:spTree>
    <p:extLst>
      <p:ext uri="{BB962C8B-B14F-4D97-AF65-F5344CB8AC3E}">
        <p14:creationId xmlns:p14="http://schemas.microsoft.com/office/powerpoint/2010/main" val="266896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F9CF0-6C66-7B8E-7CA0-EF6F3128F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9">
            <a:extLst>
              <a:ext uri="{FF2B5EF4-FFF2-40B4-BE49-F238E27FC236}">
                <a16:creationId xmlns:a16="http://schemas.microsoft.com/office/drawing/2014/main" id="{D4806F1C-4E14-584D-C21E-6AA58A70A7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3. gyakorló feladat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E0F0D152-F676-E75C-35FF-EA83A19C2F0D}"/>
              </a:ext>
            </a:extLst>
          </p:cNvPr>
          <p:cNvSpPr txBox="1"/>
          <p:nvPr/>
        </p:nvSpPr>
        <p:spPr>
          <a:xfrm>
            <a:off x="268512" y="650156"/>
            <a:ext cx="85053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hu-HU" sz="1800" dirty="0">
                <a:latin typeface="+mn-lt"/>
                <a:cs typeface="Times New Roman" pitchFamily="18" charset="0"/>
              </a:rPr>
              <a:t>A WORKOUT Kft. fitnesz termei mellé egy új szauna nyitást tervezi. A vendégszám emelkedés miatt a tervezett éves többlet-árbevétel 135 millió Ft, a tervezett változó költségtöbblet az árbevétel 40%-a, fix költség 15 millió Ft. Az új szauna 50 millió forintba kerül. Ez a következő 10 évben lineáris módon leírható értékcsökkenésben. A szauna beüzemelése 1 millió nettó forgótőkét igény a 0. évben, majd az 1. évtől ez megemelkedik 2 millió forintra. Az adókulcs 9%?</a:t>
            </a:r>
          </a:p>
          <a:p>
            <a:pPr lvl="0">
              <a:defRPr/>
            </a:pPr>
            <a:r>
              <a:rPr lang="hu-HU" sz="1800" dirty="0">
                <a:latin typeface="+mn-lt"/>
                <a:cs typeface="Times New Roman" pitchFamily="18" charset="0"/>
              </a:rPr>
              <a:t>a) Mennyi a várható működési cash flow (standard megközelítéssel) ?</a:t>
            </a:r>
          </a:p>
          <a:p>
            <a:pPr lvl="0">
              <a:defRPr/>
            </a:pPr>
            <a:r>
              <a:rPr lang="hu-HU" sz="1800" dirty="0">
                <a:latin typeface="+mn-lt"/>
                <a:cs typeface="Times New Roman" pitchFamily="18" charset="0"/>
              </a:rPr>
              <a:t>b) Mennyi lesz a tervezett teljes cashflow a 0. évben?</a:t>
            </a:r>
          </a:p>
          <a:p>
            <a:pPr lvl="0">
              <a:defRPr/>
            </a:pPr>
            <a:r>
              <a:rPr lang="hu-HU" sz="1800" dirty="0">
                <a:latin typeface="+mn-lt"/>
                <a:cs typeface="Times New Roman" pitchFamily="18" charset="0"/>
              </a:rPr>
              <a:t>c) Mennyi lesz a tervezett teljes cashflow az 1. évben?</a:t>
            </a:r>
          </a:p>
          <a:p>
            <a:pPr lvl="0">
              <a:defRPr/>
            </a:pPr>
            <a:r>
              <a:rPr lang="hu-HU" sz="1800" dirty="0">
                <a:latin typeface="+mn-lt"/>
                <a:cs typeface="Times New Roman" pitchFamily="18" charset="0"/>
              </a:rPr>
              <a:t>d) Mennyi lesz az NPV, ha a teljes cash flow nem változik az 1-10 éves </a:t>
            </a:r>
            <a:br>
              <a:rPr lang="hu-HU" sz="1800" dirty="0">
                <a:latin typeface="+mn-lt"/>
                <a:cs typeface="Times New Roman" pitchFamily="18" charset="0"/>
              </a:rPr>
            </a:br>
            <a:r>
              <a:rPr lang="hu-HU" sz="1800" dirty="0">
                <a:latin typeface="+mn-lt"/>
                <a:cs typeface="Times New Roman" pitchFamily="18" charset="0"/>
              </a:rPr>
              <a:t>    élettartam alatt, és az elvárt hozam 12%?</a:t>
            </a:r>
          </a:p>
        </p:txBody>
      </p:sp>
    </p:spTree>
    <p:extLst>
      <p:ext uri="{BB962C8B-B14F-4D97-AF65-F5344CB8AC3E}">
        <p14:creationId xmlns:p14="http://schemas.microsoft.com/office/powerpoint/2010/main" val="13951335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FCFC1-2DBD-F5D3-AA43-A4633CEB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9">
            <a:extLst>
              <a:ext uri="{FF2B5EF4-FFF2-40B4-BE49-F238E27FC236}">
                <a16:creationId xmlns:a16="http://schemas.microsoft.com/office/drawing/2014/main" id="{287A4239-7321-F0B4-9E6B-4C2635C8475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3. gyakorló feladat megoldása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6232806-B628-F8AE-2FED-064413F8FB5A}"/>
              </a:ext>
            </a:extLst>
          </p:cNvPr>
          <p:cNvSpPr txBox="1"/>
          <p:nvPr/>
        </p:nvSpPr>
        <p:spPr>
          <a:xfrm>
            <a:off x="268512" y="650156"/>
            <a:ext cx="436154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hu-HU" sz="1600" dirty="0">
                <a:latin typeface="+mn-lt"/>
                <a:cs typeface="Times New Roman" pitchFamily="18" charset="0"/>
              </a:rPr>
              <a:t>A WORKOUT Kft. fitnesz termei mellé egy új szauna nyitást tervezi. A vendégszám emelkedés miatt a tervezett éves többlet-árbevétel 135 millió Ft, a tervezett változó költségtöbblet az árbevétel 40%-a, fix költség 15 millió Ft. Az új szauna 50 millió forintba kerül. Ez a következő 10 évben lineáris módon leírható értékcsökkenésben. A szauna beüzemelése 1 millió nettó forgótőkét igény a 0. évben, majd az 1. évtől ez megemelkedik 2 millió forintra. Az adókulcs 9%?</a:t>
            </a:r>
          </a:p>
          <a:p>
            <a:pPr lvl="0">
              <a:defRPr/>
            </a:pPr>
            <a:r>
              <a:rPr lang="hu-HU" sz="1800" b="1" dirty="0">
                <a:latin typeface="+mn-lt"/>
                <a:cs typeface="Times New Roman" pitchFamily="18" charset="0"/>
              </a:rPr>
              <a:t>a) Mennyi a várható működési cash flow </a:t>
            </a:r>
            <a:r>
              <a:rPr lang="hu-HU" sz="1600" dirty="0">
                <a:latin typeface="+mn-lt"/>
                <a:cs typeface="Times New Roman" pitchFamily="18" charset="0"/>
              </a:rPr>
              <a:t>(standard megközelítéssel) ?</a:t>
            </a: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AD19C810-3B03-472F-03B4-5751343A8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05474"/>
              </p:ext>
            </p:extLst>
          </p:nvPr>
        </p:nvGraphicFramePr>
        <p:xfrm>
          <a:off x="5290458" y="924834"/>
          <a:ext cx="3323772" cy="2664146"/>
        </p:xfrm>
        <a:graphic>
          <a:graphicData uri="http://schemas.openxmlformats.org/drawingml/2006/table">
            <a:tbl>
              <a:tblPr/>
              <a:tblGrid>
                <a:gridCol w="2615536">
                  <a:extLst>
                    <a:ext uri="{9D8B030D-6E8A-4147-A177-3AD203B41FA5}">
                      <a16:colId xmlns:a16="http://schemas.microsoft.com/office/drawing/2014/main" val="1927732635"/>
                    </a:ext>
                  </a:extLst>
                </a:gridCol>
                <a:gridCol w="708236">
                  <a:extLst>
                    <a:ext uri="{9D8B030D-6E8A-4147-A177-3AD203B41FA5}">
                      <a16:colId xmlns:a16="http://schemas.microsoft.com/office/drawing/2014/main" val="2609374554"/>
                    </a:ext>
                  </a:extLst>
                </a:gridCol>
              </a:tblGrid>
              <a:tr h="3452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1)Árbevétel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135,0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85503"/>
                  </a:ext>
                </a:extLst>
              </a:tr>
              <a:tr h="2537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2)Változó költség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54,0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882657"/>
                  </a:ext>
                </a:extLst>
              </a:tr>
              <a:tr h="2537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3)Fix költség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15,0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656981"/>
                  </a:ext>
                </a:extLst>
              </a:tr>
              <a:tr h="2537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4)Értékcsökkenés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5,0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677921"/>
                  </a:ext>
                </a:extLst>
              </a:tr>
              <a:tr h="2537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5)EBIT=1-2-3-4=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61,0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214565"/>
                  </a:ext>
                </a:extLst>
              </a:tr>
              <a:tr h="2537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6)Adó= 5*(0,09)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5,5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149407"/>
                  </a:ext>
                </a:extLst>
              </a:tr>
              <a:tr h="2665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7)Adózott eredmény=5-6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55,5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864522"/>
                  </a:ext>
                </a:extLst>
              </a:tr>
              <a:tr h="2537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8)Értékcsökkenés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5,0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789142"/>
                  </a:ext>
                </a:extLst>
              </a:tr>
              <a:tr h="3452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Működési CF= 5-6+8=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60,5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84047"/>
                  </a:ext>
                </a:extLst>
              </a:tr>
            </a:tbl>
          </a:graphicData>
        </a:graphic>
      </p:graphicFrame>
      <p:sp>
        <p:nvSpPr>
          <p:cNvPr id="5" name="Szövegdoboz 4">
            <a:extLst>
              <a:ext uri="{FF2B5EF4-FFF2-40B4-BE49-F238E27FC236}">
                <a16:creationId xmlns:a16="http://schemas.microsoft.com/office/drawing/2014/main" id="{29026404-3A94-21AE-DAF4-9AE68CAAA9C0}"/>
              </a:ext>
            </a:extLst>
          </p:cNvPr>
          <p:cNvSpPr txBox="1"/>
          <p:nvPr/>
        </p:nvSpPr>
        <p:spPr>
          <a:xfrm>
            <a:off x="268512" y="3981968"/>
            <a:ext cx="5958116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C00000"/>
                </a:solidFill>
                <a:latin typeface="+mn-lt"/>
              </a:rPr>
              <a:t>Működési cash flow (OCF) = EBIT + értékcsökkenés - adók</a:t>
            </a:r>
          </a:p>
        </p:txBody>
      </p:sp>
    </p:spTree>
    <p:extLst>
      <p:ext uri="{BB962C8B-B14F-4D97-AF65-F5344CB8AC3E}">
        <p14:creationId xmlns:p14="http://schemas.microsoft.com/office/powerpoint/2010/main" val="183328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CDBC-A8B2-1437-5A25-317D9E48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9">
            <a:extLst>
              <a:ext uri="{FF2B5EF4-FFF2-40B4-BE49-F238E27FC236}">
                <a16:creationId xmlns:a16="http://schemas.microsoft.com/office/drawing/2014/main" id="{8CB0CA04-1FF3-C305-8323-FA06203C06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3. gyakorló feladat megoldása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77D4FBAB-2342-E99A-8A98-F4CEA8CF3597}"/>
              </a:ext>
            </a:extLst>
          </p:cNvPr>
          <p:cNvSpPr txBox="1"/>
          <p:nvPr/>
        </p:nvSpPr>
        <p:spPr>
          <a:xfrm>
            <a:off x="210455" y="617369"/>
            <a:ext cx="88392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hu-HU" dirty="0">
                <a:latin typeface="+mn-lt"/>
                <a:cs typeface="Times New Roman" pitchFamily="18" charset="0"/>
              </a:rPr>
              <a:t>A WORKOUT Kft. fitnesz termei mellé egy új szauna nyitást tervezi. A vendégszám emelkedés miatt a tervezett éves többlet-árbevétel 135 millió Ft, a tervezett változó költségtöbblet az árbevétel 40%-a, fix költség 15 millió Ft. </a:t>
            </a:r>
            <a:r>
              <a:rPr lang="hu-HU" sz="1600" dirty="0">
                <a:latin typeface="+mn-lt"/>
                <a:cs typeface="Times New Roman" pitchFamily="18" charset="0"/>
              </a:rPr>
              <a:t>Az új szauna 50 millió forintba kerül. Ez a következő 10 évben lineáris módon leírható értékcsökkenésben. A szauna beüzemelése 1 millió nettó forgótőkét igény a 0. évben, majd az 1. évtől ez megemelkedik 2 millió forintra. Az adókulcs 9%?</a:t>
            </a:r>
          </a:p>
          <a:p>
            <a:pPr>
              <a:defRPr/>
            </a:pPr>
            <a:r>
              <a:rPr lang="hu-HU" sz="1600" b="1" dirty="0">
                <a:latin typeface="+mn-lt"/>
                <a:cs typeface="Times New Roman" pitchFamily="18" charset="0"/>
              </a:rPr>
              <a:t>b) Mennyi lesz a tervezett teljes cashflow a  0. évben?</a:t>
            </a:r>
          </a:p>
          <a:p>
            <a:pPr>
              <a:defRPr/>
            </a:pPr>
            <a:r>
              <a:rPr lang="hu-HU" sz="1600" b="1" dirty="0">
                <a:latin typeface="+mn-lt"/>
                <a:cs typeface="Times New Roman" pitchFamily="18" charset="0"/>
              </a:rPr>
              <a:t>c) Mennyi lesz a tervezett teljes cashflow az 1. évben?</a:t>
            </a: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FBBC1BA9-1529-C2A9-1EC8-137C187CE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602089"/>
              </p:ext>
            </p:extLst>
          </p:nvPr>
        </p:nvGraphicFramePr>
        <p:xfrm>
          <a:off x="5167086" y="2939143"/>
          <a:ext cx="3643081" cy="1481878"/>
        </p:xfrm>
        <a:graphic>
          <a:graphicData uri="http://schemas.openxmlformats.org/drawingml/2006/table">
            <a:tbl>
              <a:tblPr>
                <a:tableStyleId>{FE464744-5EF8-4A23-BA49-EC68D10D153F}</a:tableStyleId>
              </a:tblPr>
              <a:tblGrid>
                <a:gridCol w="2085631">
                  <a:extLst>
                    <a:ext uri="{9D8B030D-6E8A-4147-A177-3AD203B41FA5}">
                      <a16:colId xmlns:a16="http://schemas.microsoft.com/office/drawing/2014/main" val="240923995"/>
                    </a:ext>
                  </a:extLst>
                </a:gridCol>
                <a:gridCol w="731325">
                  <a:extLst>
                    <a:ext uri="{9D8B030D-6E8A-4147-A177-3AD203B41FA5}">
                      <a16:colId xmlns:a16="http://schemas.microsoft.com/office/drawing/2014/main" val="3495069865"/>
                    </a:ext>
                  </a:extLst>
                </a:gridCol>
                <a:gridCol w="826125">
                  <a:extLst>
                    <a:ext uri="{9D8B030D-6E8A-4147-A177-3AD203B41FA5}">
                      <a16:colId xmlns:a16="http://schemas.microsoft.com/office/drawing/2014/main" val="2851864125"/>
                    </a:ext>
                  </a:extLst>
                </a:gridCol>
              </a:tblGrid>
              <a:tr h="232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800" u="none" strike="noStrike">
                          <a:solidFill>
                            <a:srgbClr val="0070C0"/>
                          </a:solidFill>
                          <a:effectLst/>
                        </a:rPr>
                        <a:t>0. év</a:t>
                      </a:r>
                      <a:endParaRPr lang="hu-HU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1. év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2961761"/>
                  </a:ext>
                </a:extLst>
              </a:tr>
              <a:tr h="318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>
                          <a:solidFill>
                            <a:srgbClr val="0070C0"/>
                          </a:solidFill>
                          <a:effectLst/>
                        </a:rPr>
                        <a:t>Működési cash flow</a:t>
                      </a:r>
                      <a:endParaRPr lang="hu-HU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 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60,5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018793"/>
                  </a:ext>
                </a:extLst>
              </a:tr>
              <a:tr h="318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>
                          <a:solidFill>
                            <a:srgbClr val="0070C0"/>
                          </a:solidFill>
                          <a:effectLst/>
                        </a:rPr>
                        <a:t>Forgótőke változása</a:t>
                      </a:r>
                      <a:endParaRPr lang="hu-HU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>
                          <a:solidFill>
                            <a:srgbClr val="0070C0"/>
                          </a:solidFill>
                          <a:effectLst/>
                        </a:rPr>
                        <a:t>-1,0</a:t>
                      </a:r>
                      <a:endParaRPr lang="hu-HU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-1,0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464819"/>
                  </a:ext>
                </a:extLst>
              </a:tr>
              <a:tr h="232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Kezdő tőkekiadás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>
                          <a:solidFill>
                            <a:srgbClr val="0070C0"/>
                          </a:solidFill>
                          <a:effectLst/>
                        </a:rPr>
                        <a:t>-50,0</a:t>
                      </a:r>
                      <a:endParaRPr lang="hu-HU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0,0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25850831"/>
                  </a:ext>
                </a:extLst>
              </a:tr>
              <a:tr h="2320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Teljes projekt CF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-51,0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59,5</a:t>
                      </a:r>
                      <a:endParaRPr lang="hu-HU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486231"/>
                  </a:ext>
                </a:extLst>
              </a:tr>
            </a:tbl>
          </a:graphicData>
        </a:graphic>
      </p:graphicFrame>
      <p:sp>
        <p:nvSpPr>
          <p:cNvPr id="6" name="Szövegdoboz 5">
            <a:extLst>
              <a:ext uri="{FF2B5EF4-FFF2-40B4-BE49-F238E27FC236}">
                <a16:creationId xmlns:a16="http://schemas.microsoft.com/office/drawing/2014/main" id="{F6F61E24-328D-1397-3670-EA6CA7990F88}"/>
              </a:ext>
            </a:extLst>
          </p:cNvPr>
          <p:cNvSpPr txBox="1"/>
          <p:nvPr/>
        </p:nvSpPr>
        <p:spPr>
          <a:xfrm>
            <a:off x="210455" y="2481711"/>
            <a:ext cx="883920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12700">
              <a:spcBef>
                <a:spcPts val="565"/>
              </a:spcBef>
              <a:tabLst>
                <a:tab pos="372110" algn="l"/>
              </a:tabLst>
            </a:pPr>
            <a:r>
              <a:rPr lang="hu-HU" sz="1800" spc="-10" dirty="0">
                <a:solidFill>
                  <a:srgbClr val="C00000"/>
                </a:solidFill>
              </a:rPr>
              <a:t>Teljes cash flow = Működési</a:t>
            </a:r>
            <a:r>
              <a:rPr lang="hu-HU" sz="1800" spc="-85" dirty="0">
                <a:solidFill>
                  <a:srgbClr val="C00000"/>
                </a:solidFill>
              </a:rPr>
              <a:t> </a:t>
            </a:r>
            <a:r>
              <a:rPr lang="hu-HU" sz="1800" dirty="0">
                <a:solidFill>
                  <a:srgbClr val="C00000"/>
                </a:solidFill>
              </a:rPr>
              <a:t>cash</a:t>
            </a:r>
            <a:r>
              <a:rPr lang="hu-HU" sz="1800" spc="-80" dirty="0">
                <a:solidFill>
                  <a:srgbClr val="C00000"/>
                </a:solidFill>
              </a:rPr>
              <a:t> </a:t>
            </a:r>
            <a:r>
              <a:rPr lang="hu-HU" sz="1800" spc="-20" dirty="0">
                <a:solidFill>
                  <a:srgbClr val="C00000"/>
                </a:solidFill>
              </a:rPr>
              <a:t>flow</a:t>
            </a:r>
            <a:r>
              <a:rPr lang="hu-HU" sz="1800" dirty="0">
                <a:solidFill>
                  <a:srgbClr val="C00000"/>
                </a:solidFill>
              </a:rPr>
              <a:t> </a:t>
            </a:r>
            <a:r>
              <a:rPr lang="hu-HU" sz="1800" spc="-10" dirty="0">
                <a:solidFill>
                  <a:srgbClr val="C00000"/>
                </a:solidFill>
              </a:rPr>
              <a:t>- N</a:t>
            </a:r>
            <a:r>
              <a:rPr lang="hu-HU" sz="1800" dirty="0">
                <a:solidFill>
                  <a:srgbClr val="C00000"/>
                </a:solidFill>
              </a:rPr>
              <a:t>ettó</a:t>
            </a:r>
            <a:r>
              <a:rPr lang="hu-HU" sz="1800" spc="-50" dirty="0">
                <a:solidFill>
                  <a:srgbClr val="C00000"/>
                </a:solidFill>
              </a:rPr>
              <a:t> </a:t>
            </a:r>
            <a:r>
              <a:rPr lang="hu-HU" sz="1800" spc="-20" dirty="0">
                <a:solidFill>
                  <a:srgbClr val="C00000"/>
                </a:solidFill>
              </a:rPr>
              <a:t>forgótőke </a:t>
            </a:r>
            <a:r>
              <a:rPr lang="hu-HU" sz="1800" spc="-10" dirty="0">
                <a:solidFill>
                  <a:srgbClr val="C00000"/>
                </a:solidFill>
              </a:rPr>
              <a:t>változásai </a:t>
            </a:r>
            <a:r>
              <a:rPr lang="hu-HU" sz="1800" dirty="0">
                <a:solidFill>
                  <a:srgbClr val="C00000"/>
                </a:solidFill>
              </a:rPr>
              <a:t>- </a:t>
            </a:r>
            <a:r>
              <a:rPr lang="hu-HU" sz="1800" spc="-10" dirty="0">
                <a:solidFill>
                  <a:srgbClr val="C00000"/>
                </a:solidFill>
              </a:rPr>
              <a:t>Kezdő tőkekiadás </a:t>
            </a:r>
            <a:endParaRPr lang="hu-HU" sz="1800" dirty="0">
              <a:solidFill>
                <a:srgbClr val="C00000"/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5BC0F82-4972-7079-C302-083F329A1542}"/>
              </a:ext>
            </a:extLst>
          </p:cNvPr>
          <p:cNvSpPr txBox="1"/>
          <p:nvPr/>
        </p:nvSpPr>
        <p:spPr>
          <a:xfrm>
            <a:off x="210455" y="2939143"/>
            <a:ext cx="4738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Teljes cash flow 0.évben = 0 – 1 – 50 = -51</a:t>
            </a:r>
          </a:p>
          <a:p>
            <a:endParaRPr lang="hu-HU" sz="1800" dirty="0">
              <a:solidFill>
                <a:srgbClr val="0070C0"/>
              </a:solidFill>
              <a:latin typeface="+mn-lt"/>
            </a:endParaRPr>
          </a:p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Teljes cash flow 1.évben = 60,5 – 1 – 0 = +59,5</a:t>
            </a:r>
          </a:p>
        </p:txBody>
      </p:sp>
    </p:spTree>
    <p:extLst>
      <p:ext uri="{BB962C8B-B14F-4D97-AF65-F5344CB8AC3E}">
        <p14:creationId xmlns:p14="http://schemas.microsoft.com/office/powerpoint/2010/main" val="151279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0BA3-1252-D5F9-7FB6-0C0F9457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9">
            <a:extLst>
              <a:ext uri="{FF2B5EF4-FFF2-40B4-BE49-F238E27FC236}">
                <a16:creationId xmlns:a16="http://schemas.microsoft.com/office/drawing/2014/main" id="{DAE552AA-9AF0-602F-54D1-F327AB609F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31846"/>
          </a:xfrm>
          <a:prstGeom prst="rect">
            <a:avLst/>
          </a:prstGeom>
          <a:solidFill>
            <a:srgbClr val="FFC000"/>
          </a:solidFill>
        </p:spPr>
        <p:txBody>
          <a:bodyPr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</a:lstStyle>
          <a:p>
            <a:pPr algn="ctr"/>
            <a:r>
              <a:rPr lang="hu-HU" sz="2000" dirty="0"/>
              <a:t>3. gyakorló feladat megoldása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2B487AC-1B7E-FE71-C5DF-7FEFBBE4EF1C}"/>
              </a:ext>
            </a:extLst>
          </p:cNvPr>
          <p:cNvSpPr txBox="1"/>
          <p:nvPr/>
        </p:nvSpPr>
        <p:spPr>
          <a:xfrm>
            <a:off x="268512" y="650156"/>
            <a:ext cx="783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hu-HU" sz="1600" b="1" dirty="0">
                <a:latin typeface="+mn-lt"/>
                <a:cs typeface="Times New Roman" pitchFamily="18" charset="0"/>
              </a:rPr>
              <a:t>d) Mennyi az NPV, </a:t>
            </a:r>
            <a:r>
              <a:rPr lang="hu-HU" sz="1600" dirty="0">
                <a:latin typeface="+mn-lt"/>
                <a:cs typeface="Times New Roman" pitchFamily="18" charset="0"/>
              </a:rPr>
              <a:t>ha a teljes cash flow nem változik az 1-10 éves élettartam alatt</a:t>
            </a:r>
            <a:r>
              <a:rPr lang="hu-HU" sz="1600" b="1" dirty="0">
                <a:latin typeface="+mn-lt"/>
                <a:cs typeface="Times New Roman" pitchFamily="18" charset="0"/>
              </a:rPr>
              <a:t>, és az elvárt hozam 12%?</a:t>
            </a:r>
            <a:endParaRPr lang="hu-HU" dirty="0">
              <a:latin typeface="+mn-lt"/>
              <a:cs typeface="Times New Roman" pitchFamily="18" charset="0"/>
            </a:endParaRPr>
          </a:p>
        </p:txBody>
      </p:sp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D5196977-BA87-0D6B-C4DA-A216C4646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673222"/>
              </p:ext>
            </p:extLst>
          </p:nvPr>
        </p:nvGraphicFramePr>
        <p:xfrm>
          <a:off x="2684235" y="1101781"/>
          <a:ext cx="4014109" cy="654182"/>
        </p:xfrm>
        <a:graphic>
          <a:graphicData uri="http://schemas.openxmlformats.org/drawingml/2006/table">
            <a:tbl>
              <a:tblPr/>
              <a:tblGrid>
                <a:gridCol w="1740886">
                  <a:extLst>
                    <a:ext uri="{9D8B030D-6E8A-4147-A177-3AD203B41FA5}">
                      <a16:colId xmlns:a16="http://schemas.microsoft.com/office/drawing/2014/main" val="3373841023"/>
                    </a:ext>
                  </a:extLst>
                </a:gridCol>
                <a:gridCol w="661824">
                  <a:extLst>
                    <a:ext uri="{9D8B030D-6E8A-4147-A177-3AD203B41FA5}">
                      <a16:colId xmlns:a16="http://schemas.microsoft.com/office/drawing/2014/main" val="2491227479"/>
                    </a:ext>
                  </a:extLst>
                </a:gridCol>
                <a:gridCol w="719375">
                  <a:extLst>
                    <a:ext uri="{9D8B030D-6E8A-4147-A177-3AD203B41FA5}">
                      <a16:colId xmlns:a16="http://schemas.microsoft.com/office/drawing/2014/main" val="1456431103"/>
                    </a:ext>
                  </a:extLst>
                </a:gridCol>
                <a:gridCol w="201424">
                  <a:extLst>
                    <a:ext uri="{9D8B030D-6E8A-4147-A177-3AD203B41FA5}">
                      <a16:colId xmlns:a16="http://schemas.microsoft.com/office/drawing/2014/main" val="2551207784"/>
                    </a:ext>
                  </a:extLst>
                </a:gridCol>
                <a:gridCol w="690600">
                  <a:extLst>
                    <a:ext uri="{9D8B030D-6E8A-4147-A177-3AD203B41FA5}">
                      <a16:colId xmlns:a16="http://schemas.microsoft.com/office/drawing/2014/main" val="2265660202"/>
                    </a:ext>
                  </a:extLst>
                </a:gridCol>
              </a:tblGrid>
              <a:tr h="1820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 év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év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 év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019056"/>
                  </a:ext>
                </a:extLst>
              </a:tr>
              <a:tr h="4027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Teljes projekt CF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-51,0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59,5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59,5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588266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7662C022-E090-A804-EEA7-8CC247E5E989}"/>
              </a:ext>
            </a:extLst>
          </p:cNvPr>
          <p:cNvSpPr txBox="1"/>
          <p:nvPr/>
        </p:nvSpPr>
        <p:spPr>
          <a:xfrm>
            <a:off x="976084" y="2156476"/>
            <a:ext cx="6818087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hu-HU" sz="2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NPV= -Kezdő tőkekiadás + PV (jövőbeni teljes cash flow)</a:t>
            </a:r>
            <a:endParaRPr lang="hu-H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F955DB4F-2177-431A-A13A-7A017F1EE557}"/>
                  </a:ext>
                </a:extLst>
              </p:cNvPr>
              <p:cNvSpPr txBox="1"/>
              <p:nvPr/>
            </p:nvSpPr>
            <p:spPr>
              <a:xfrm>
                <a:off x="918027" y="2688259"/>
                <a:ext cx="7975598" cy="14969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u-HU" sz="20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NPV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=−5</m:t>
                      </m:r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hu-HU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9,</m:t>
                          </m:r>
                          <m:r>
                            <a:rPr lang="hu-H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2000" b="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hu-HU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hu-HU" sz="2000" b="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u-H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hu-HU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59</m:t>
                          </m:r>
                          <m:r>
                            <a:rPr lang="hu-HU" sz="2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hu-HU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hu-HU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hu-HU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  <m:r>
                        <a:rPr lang="hu-HU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hu-HU" sz="2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−51+</m:t>
                      </m:r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59,5∗</m:t>
                      </m:r>
                      <m:r>
                        <m:rPr>
                          <m:sty m:val="p"/>
                        </m:rP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PVIFA</m:t>
                      </m:r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(10é</m:t>
                      </m:r>
                      <m:r>
                        <m:rPr>
                          <m:sty m:val="p"/>
                        </m:rP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12%)</m:t>
                      </m:r>
                    </m:oMath>
                  </m:oMathPara>
                </a14:m>
                <a:endParaRPr lang="hu-HU" sz="1600" b="0" i="0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hu-HU" sz="2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1+59,5∗</m:t>
                      </m:r>
                      <m:f>
                        <m:fPr>
                          <m:ctrlPr>
                            <a:rPr lang="hu-HU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hu-HU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hu-HU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u-HU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hu-HU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0,12</m:t>
                                  </m:r>
                                  <m:r>
                                    <a:rPr lang="hu-HU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hu-HU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r>
                            <a:rPr lang="hu-HU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0,12</m:t>
                          </m:r>
                        </m:den>
                      </m:f>
                      <m:r>
                        <a:rPr lang="hu-HU" sz="2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285</m:t>
                      </m:r>
                      <m:r>
                        <a:rPr lang="hu-HU" sz="2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u-HU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milli</m:t>
                      </m:r>
                      <m: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ó </m:t>
                      </m:r>
                      <m:r>
                        <m:rPr>
                          <m:sty m:val="p"/>
                        </m:rPr>
                        <a:rPr lang="hu-HU" sz="2000" b="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Ft</m:t>
                      </m:r>
                    </m:oMath>
                  </m:oMathPara>
                </a14:m>
                <a:endParaRPr lang="hu-HU" sz="1800" dirty="0">
                  <a:solidFill>
                    <a:srgbClr val="75757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F955DB4F-2177-431A-A13A-7A017F1EE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27" y="2688259"/>
                <a:ext cx="7975598" cy="14969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2">
            <a:extLst>
              <a:ext uri="{FF2B5EF4-FFF2-40B4-BE49-F238E27FC236}">
                <a16:creationId xmlns:a16="http://schemas.microsoft.com/office/drawing/2014/main" id="{2D5C69F5-19FB-8636-D61E-21781DAB6587}"/>
              </a:ext>
            </a:extLst>
          </p:cNvPr>
          <p:cNvSpPr txBox="1"/>
          <p:nvPr/>
        </p:nvSpPr>
        <p:spPr>
          <a:xfrm>
            <a:off x="856343" y="4316880"/>
            <a:ext cx="7779658" cy="64633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1800" dirty="0">
                <a:solidFill>
                  <a:srgbClr val="0070C0"/>
                </a:solidFill>
                <a:latin typeface="+mn-lt"/>
              </a:rPr>
              <a:t>A </a:t>
            </a:r>
            <a:r>
              <a:rPr lang="hu-HU" sz="1800">
                <a:solidFill>
                  <a:srgbClr val="0070C0"/>
                </a:solidFill>
                <a:latin typeface="+mn-lt"/>
              </a:rPr>
              <a:t>projekt 285,24 </a:t>
            </a:r>
            <a:r>
              <a:rPr lang="hu-HU" sz="1800" dirty="0">
                <a:solidFill>
                  <a:srgbClr val="0070C0"/>
                </a:solidFill>
                <a:latin typeface="+mn-lt"/>
              </a:rPr>
              <a:t>millió Ft új értéket termel, az NPV pozitív, ezért érdemes megvalósítani</a:t>
            </a:r>
            <a:r>
              <a:rPr lang="hu-HU" sz="1600" dirty="0">
                <a:solidFill>
                  <a:srgbClr val="0070C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96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 t="-80000"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/>
          <p:nvPr/>
        </p:nvSpPr>
        <p:spPr>
          <a:xfrm>
            <a:off x="0" y="2073014"/>
            <a:ext cx="9144000" cy="2061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hu" sz="3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Köszönöm a figyelmet!</a:t>
            </a:r>
            <a:br>
              <a:rPr lang="hu" sz="3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hu" sz="3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Segoe UI">
      <a:majorFont>
        <a:latin typeface="Segoe UI Semilight"/>
        <a:ea typeface=""/>
        <a:cs typeface=""/>
      </a:majorFont>
      <a:minorFont>
        <a:latin typeface="Segoe UI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B1C7A5BE78B3B443A0E5E587CD9A6EE9" ma:contentTypeVersion="14" ma:contentTypeDescription="Új dokumentum létrehozása." ma:contentTypeScope="" ma:versionID="9e00ab8a0275a73da3218c8a54d33e77">
  <xsd:schema xmlns:xsd="http://www.w3.org/2001/XMLSchema" xmlns:xs="http://www.w3.org/2001/XMLSchema" xmlns:p="http://schemas.microsoft.com/office/2006/metadata/properties" xmlns:ns2="8c87e8e8-b583-4801-8001-d79e546a2fe8" xmlns:ns3="c54c6f9d-190b-4149-aff2-ccd375b887c1" targetNamespace="http://schemas.microsoft.com/office/2006/metadata/properties" ma:root="true" ma:fieldsID="a9bdbfcdfe379bdef26d92d99c8e51d7" ns2:_="" ns3:_="">
    <xsd:import namespace="8c87e8e8-b583-4801-8001-d79e546a2fe8"/>
    <xsd:import namespace="c54c6f9d-190b-4149-aff2-ccd375b887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7e8e8-b583-4801-8001-d79e546a2f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Képcímkék" ma:readOnly="false" ma:fieldId="{5cf76f15-5ced-4ddc-b409-7134ff3c332f}" ma:taxonomyMulti="true" ma:sspId="ec8551cb-31a8-4c63-a261-82c7526a1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c6f9d-190b-4149-aff2-ccd375b887c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5c78f66-390b-4015-94bf-c234da9d1f22}" ma:internalName="TaxCatchAll" ma:showField="CatchAllData" ma:web="c54c6f9d-190b-4149-aff2-ccd375b887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87e8e8-b583-4801-8001-d79e546a2fe8">
      <Terms xmlns="http://schemas.microsoft.com/office/infopath/2007/PartnerControls"/>
    </lcf76f155ced4ddcb4097134ff3c332f>
    <TaxCatchAll xmlns="c54c6f9d-190b-4149-aff2-ccd375b887c1" xsi:nil="true"/>
  </documentManagement>
</p:properties>
</file>

<file path=customXml/itemProps1.xml><?xml version="1.0" encoding="utf-8"?>
<ds:datastoreItem xmlns:ds="http://schemas.openxmlformats.org/officeDocument/2006/customXml" ds:itemID="{F11D3FE0-9EC4-4071-8A96-0382F58E51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87e8e8-b583-4801-8001-d79e546a2fe8"/>
    <ds:schemaRef ds:uri="c54c6f9d-190b-4149-aff2-ccd375b887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0C25940-7CB1-45EF-88F7-91C905F9AF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1B0079-0EC2-4CEC-9660-C7007AF5BBB1}">
  <ds:schemaRefs>
    <ds:schemaRef ds:uri="http://purl.org/dc/elements/1.1/"/>
    <ds:schemaRef ds:uri="363c6fc6-1425-492a-8d20-8ae6d279e740"/>
    <ds:schemaRef ds:uri="http://schemas.microsoft.com/office/2006/documentManagement/types"/>
    <ds:schemaRef ds:uri="http://www.w3.org/XML/1998/namespace"/>
    <ds:schemaRef ds:uri="d57e47ab-94cd-4f26-93c3-f5c227680026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98ad8006-3e35-4b7b-bdd3-2084a4de46cc"/>
    <ds:schemaRef ds:uri="80463f9c-bbf2-4cc6-9abc-b4c6e806c662"/>
    <ds:schemaRef ds:uri="8c87e8e8-b583-4801-8001-d79e546a2fe8"/>
    <ds:schemaRef ds:uri="c54c6f9d-190b-4149-aff2-ccd375b887c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7009</TotalTime>
  <Words>4632</Words>
  <Application>Microsoft Office PowerPoint</Application>
  <PresentationFormat>Diavetítés a képernyőre (16:9 oldalarány)</PresentationFormat>
  <Paragraphs>554</Paragraphs>
  <Slides>44</Slides>
  <Notes>10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2</vt:i4>
      </vt:variant>
      <vt:variant>
        <vt:lpstr>Diacímek</vt:lpstr>
      </vt:variant>
      <vt:variant>
        <vt:i4>44</vt:i4>
      </vt:variant>
    </vt:vector>
  </HeadingPairs>
  <TitlesOfParts>
    <vt:vector size="54" baseType="lpstr">
      <vt:lpstr>Cambria Math</vt:lpstr>
      <vt:lpstr>Times New Roman</vt:lpstr>
      <vt:lpstr>Calibri</vt:lpstr>
      <vt:lpstr>Segoe UI Semibold</vt:lpstr>
      <vt:lpstr>Cambria</vt:lpstr>
      <vt:lpstr>Segoe UI Semilight</vt:lpstr>
      <vt:lpstr>Arial</vt:lpstr>
      <vt:lpstr>simple-light-2</vt:lpstr>
      <vt:lpstr>Worksheet</vt:lpstr>
      <vt:lpstr>Microsoft Excel-munkalap</vt:lpstr>
      <vt:lpstr>PowerPoint-bemutató</vt:lpstr>
      <vt:lpstr> A kiindulási helyzet</vt:lpstr>
      <vt:lpstr>Megoldás</vt:lpstr>
      <vt:lpstr>Releváns cash flow</vt:lpstr>
      <vt:lpstr>Nem releváns cash flow</vt:lpstr>
      <vt:lpstr>1. feladat:  Mit vegyünk figyelembe a cash flow számításakor?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4. feladat: Számoljuk ki egy pizzéria működési cash flow-ját!</vt:lpstr>
      <vt:lpstr>4. feladat: Számoljuk ki egy pizzéria működési cash flow-ját!</vt:lpstr>
      <vt:lpstr>4. feladat: Számoljuk ki egy pizzéria működési cash flow-ját!</vt:lpstr>
      <vt:lpstr>PowerPoint-bemutató</vt:lpstr>
      <vt:lpstr>4. feladat: Számoljuk ki egy pizzéria működési cash flow-ját!</vt:lpstr>
      <vt:lpstr>PowerPoint-bemutató</vt:lpstr>
      <vt:lpstr>4. feladat: Számoljuk ki egy pizzéria működési cash flow-ját!</vt:lpstr>
      <vt:lpstr>PowerPoint-bemutató</vt:lpstr>
      <vt:lpstr>PowerPoint-bemutató</vt:lpstr>
      <vt:lpstr>PowerPoint-bemutató</vt:lpstr>
      <vt:lpstr>Megoldás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 Gyakorló feladatok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Patonai Kata</dc:creator>
  <cp:lastModifiedBy>Hauber György</cp:lastModifiedBy>
  <cp:revision>154</cp:revision>
  <dcterms:modified xsi:type="dcterms:W3CDTF">2026-05-07T16:59:46Z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0x010100B1C7A5BE78B3B443A0E5E587CD9A6EE9</vt:lpwstr>
  </property>
  <property fmtid="{D5CDD505-2E9C-101B-9397-08002B2CF9AE}" pid="3" name="MediaServiceImageTags">
    <vt:lpwstr/>
  </property>
</Properties>
</file>